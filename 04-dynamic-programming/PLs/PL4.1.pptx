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c61d324874330" /><Relationship Type="http://schemas.openxmlformats.org/officeDocument/2006/relationships/extended-properties" Target="/docProps/app.xml" Id="Re30d60b35d2b4d41" /><Relationship Type="http://schemas.openxmlformats.org/officeDocument/2006/relationships/officeDocument" Target="/ppt/presentation.xml" Id="R828d82d2fa9747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8ea5b615704403"/>
  </p:sldMasterIdLst>
  <p:notesMasterIdLst>
    <p:notesMasterId xmlns:r="http://schemas.openxmlformats.org/officeDocument/2006/relationships" r:id="Rdd8dc68328dd48ef"/>
  </p:notesMasterIdLst>
  <p:sldIdLst>
    <p:sldId xmlns:r="http://schemas.openxmlformats.org/officeDocument/2006/relationships" id="256" r:id="Rfe33d37402a349fe"/>
    <p:sldId xmlns:r="http://schemas.openxmlformats.org/officeDocument/2006/relationships" id="257" r:id="R47975cc588b747f3"/>
    <p:sldId xmlns:r="http://schemas.openxmlformats.org/officeDocument/2006/relationships" id="258" r:id="R58257fcec86840f6"/>
    <p:sldId xmlns:r="http://schemas.openxmlformats.org/officeDocument/2006/relationships" id="259" r:id="Rfadf01261adc4666"/>
    <p:sldId xmlns:r="http://schemas.openxmlformats.org/officeDocument/2006/relationships" id="260" r:id="Rfaf9fd66a1b14607"/>
    <p:sldId xmlns:r="http://schemas.openxmlformats.org/officeDocument/2006/relationships" id="261" r:id="Rd6db5e2c9a8748bb"/>
    <p:sldId xmlns:r="http://schemas.openxmlformats.org/officeDocument/2006/relationships" id="262" r:id="R7ee407cb9dbe4a86"/>
    <p:sldId xmlns:r="http://schemas.openxmlformats.org/officeDocument/2006/relationships" id="263" r:id="R528a99da8e294a66"/>
    <p:sldId xmlns:r="http://schemas.openxmlformats.org/officeDocument/2006/relationships" id="264" r:id="R3d7afde728544e9e"/>
    <p:sldId xmlns:r="http://schemas.openxmlformats.org/officeDocument/2006/relationships" id="265" r:id="R8a3d16bdf71245a8"/>
    <p:sldId xmlns:r="http://schemas.openxmlformats.org/officeDocument/2006/relationships" id="266" r:id="Rb8ad0a9293394a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401a63115f4efe" /><Relationship Type="http://schemas.openxmlformats.org/officeDocument/2006/relationships/slideMaster" Target="/ppt/slideMasters/slideMaster1.xml" Id="Ra18ea5b615704403" /><Relationship Type="http://schemas.openxmlformats.org/officeDocument/2006/relationships/notesMaster" Target="/ppt/notesMasters/notesMaster1.xml" Id="Rdd8dc68328dd48ef" /><Relationship Type="http://schemas.openxmlformats.org/officeDocument/2006/relationships/presProps" Target="/ppt/presProps.xml" Id="Rbe278b7280de4f30" /><Relationship Type="http://schemas.openxmlformats.org/officeDocument/2006/relationships/tableStyles" Target="/ppt/tableStyles.xml" Id="Rdcd6a529e1304c9a" /><Relationship Type="http://schemas.openxmlformats.org/officeDocument/2006/relationships/slide" Target="/ppt/slides/slide1.xml" Id="Rfe33d37402a349fe" /><Relationship Type="http://schemas.openxmlformats.org/officeDocument/2006/relationships/slide" Target="/ppt/slides/slide2.xml" Id="R47975cc588b747f3" /><Relationship Type="http://schemas.openxmlformats.org/officeDocument/2006/relationships/slide" Target="/ppt/slides/slide3.xml" Id="R58257fcec86840f6" /><Relationship Type="http://schemas.openxmlformats.org/officeDocument/2006/relationships/slide" Target="/ppt/slides/slide4.xml" Id="Rfadf01261adc4666" /><Relationship Type="http://schemas.openxmlformats.org/officeDocument/2006/relationships/slide" Target="/ppt/slides/slide5.xml" Id="Rfaf9fd66a1b14607" /><Relationship Type="http://schemas.openxmlformats.org/officeDocument/2006/relationships/slide" Target="/ppt/slides/slide6.xml" Id="Rd6db5e2c9a8748bb" /><Relationship Type="http://schemas.openxmlformats.org/officeDocument/2006/relationships/slide" Target="/ppt/slides/slide7.xml" Id="R7ee407cb9dbe4a86" /><Relationship Type="http://schemas.openxmlformats.org/officeDocument/2006/relationships/slide" Target="/ppt/slides/slide8.xml" Id="R528a99da8e294a66" /><Relationship Type="http://schemas.openxmlformats.org/officeDocument/2006/relationships/slide" Target="/ppt/slides/slide9.xml" Id="R3d7afde728544e9e" /><Relationship Type="http://schemas.openxmlformats.org/officeDocument/2006/relationships/slide" Target="/ppt/slides/slide10.xml" Id="R8a3d16bdf71245a8" /><Relationship Type="http://schemas.openxmlformats.org/officeDocument/2006/relationships/slide" Target="/ppt/slides/slide11.xml" Id="Rb8ad0a929339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2d01ec122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21a5fb11974d27" /><Relationship Type="http://schemas.openxmlformats.org/officeDocument/2006/relationships/notesMaster" Target="/ppt/notesMasters/notesMaster1.xml" Id="R48b70bc08b97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5586ce3fa940c9" /><Relationship Type="http://schemas.openxmlformats.org/officeDocument/2006/relationships/notesMaster" Target="/ppt/notesMasters/notesMaster1.xml" Id="Rb9998bf7e9854f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dd7099ec14389" /><Relationship Type="http://schemas.openxmlformats.org/officeDocument/2006/relationships/notesMaster" Target="/ppt/notesMasters/notesMaster1.xml" Id="Rcc3a348c07d24c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2ae4fe606408a" /><Relationship Type="http://schemas.openxmlformats.org/officeDocument/2006/relationships/notesMaster" Target="/ppt/notesMasters/notesMaster1.xml" Id="R4e3d27fa8f42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bf44627e1a40f2" /><Relationship Type="http://schemas.openxmlformats.org/officeDocument/2006/relationships/notesMaster" Target="/ppt/notesMasters/notesMaster1.xml" Id="R0bc403a406964a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6ff8cfceb84dd6" /><Relationship Type="http://schemas.openxmlformats.org/officeDocument/2006/relationships/notesMaster" Target="/ppt/notesMasters/notesMaster1.xml" Id="R20b7fd07e1964a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ad218bccbe4e98" /><Relationship Type="http://schemas.openxmlformats.org/officeDocument/2006/relationships/notesMaster" Target="/ppt/notesMasters/notesMaster1.xml" Id="R6eaafa301556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16ed8ca3d94ca3" /><Relationship Type="http://schemas.openxmlformats.org/officeDocument/2006/relationships/notesMaster" Target="/ppt/notesMasters/notesMaster1.xml" Id="R580139e6e9b6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2d8b5ed0b34098" /><Relationship Type="http://schemas.openxmlformats.org/officeDocument/2006/relationships/notesMaster" Target="/ppt/notesMasters/notesMaster1.xml" Id="Ra42987b43a0548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163e359a434d7f" /><Relationship Type="http://schemas.openxmlformats.org/officeDocument/2006/relationships/notesMaster" Target="/ppt/notesMasters/notesMaster1.xml" Id="Rbb22af0674404f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1ce98e312a462c" /><Relationship Type="http://schemas.openxmlformats.org/officeDocument/2006/relationships/notesMaster" Target="/ppt/notesMasters/notesMaster1.xml" Id="R8e215cb0e25748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050bc2ac246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bcd2ab2944e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d105cd42345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b9229fac741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c2178b2454c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ec1ecd68f45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4E5A22E-C727-407E-8A32-0FB0791A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7FD0A1-F158-49A7-AA39-FFA9043BD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5BEAF61-153B-4672-A9B6-BA256C35A1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2539CB3-8F6D-455F-ACCD-7B004681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1DC801-C1DF-4ED3-B495-714B9D053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1BE9854-A690-4187-80D4-8812D7ED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DB4309-BBA3-4848-A4FB-ACD6E5A18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4A65950-0B41-4628-9BB6-7AB634FFAF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06F640E-288A-4DFC-8A58-56C64252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4AB263-255E-436C-AE67-D7B315A1A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63EF3B-7C9A-42E8-B1E6-C7805AE3E1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E0F36F-D2C7-417B-B91C-76D82AB28A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A24F90B-FCCE-4E09-B5F1-E1A205FC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5C3221-1DC1-4B09-897D-1864817F9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69D3B2-1E42-4908-9792-EB340F291C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d2cd994da439d" /><Relationship Type="http://schemas.openxmlformats.org/officeDocument/2006/relationships/slideLayout" Target="/ppt/slideLayouts/slideLayout1.xml" Id="R821af60ea16f4203" /><Relationship Type="http://schemas.openxmlformats.org/officeDocument/2006/relationships/slideLayout" Target="/ppt/slideLayouts/slideLayout2.xml" Id="Raa5cb13819e0479e" /><Relationship Type="http://schemas.openxmlformats.org/officeDocument/2006/relationships/slideLayout" Target="/ppt/slideLayouts/slideLayout3.xml" Id="R59d676bb792b4693" /><Relationship Type="http://schemas.openxmlformats.org/officeDocument/2006/relationships/slideLayout" Target="/ppt/slideLayouts/slideLayout4.xml" Id="R652af69caf52445f" /><Relationship Type="http://schemas.openxmlformats.org/officeDocument/2006/relationships/slideLayout" Target="/ppt/slideLayouts/slideLayout5.xml" Id="R32b0679b07db405c" /><Relationship Type="http://schemas.openxmlformats.org/officeDocument/2006/relationships/slideLayout" Target="/ppt/slideLayouts/slideLayout6.xml" Id="R312cbb3fc7da45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af60ea16f4203"/>
    <p:sldLayoutId xmlns:r="http://schemas.openxmlformats.org/officeDocument/2006/relationships" id="2147483650" r:id="Raa5cb13819e0479e"/>
    <p:sldLayoutId xmlns:r="http://schemas.openxmlformats.org/officeDocument/2006/relationships" id="2147483651" r:id="R59d676bb792b4693"/>
    <p:sldLayoutId xmlns:r="http://schemas.openxmlformats.org/officeDocument/2006/relationships" id="2147483652" r:id="R652af69caf52445f"/>
    <p:sldLayoutId xmlns:r="http://schemas.openxmlformats.org/officeDocument/2006/relationships" id="2147483653" r:id="R32b0679b07db405c"/>
    <p:sldLayoutId xmlns:r="http://schemas.openxmlformats.org/officeDocument/2006/relationships" id="2147483654" r:id="R312cbb3fc7da45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eece46f4c47e0" /><Relationship Type="http://schemas.openxmlformats.org/officeDocument/2006/relationships/image" Target="/ppt/media/image.png" Id="Rd062c2039fad4b4e" /><Relationship Type="http://schemas.openxmlformats.org/officeDocument/2006/relationships/notesSlide" Target="/ppt/notesSlides/notesSlide1.xml" Id="R3b0038f868f1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722ff0ea544e2" /><Relationship Type="http://schemas.openxmlformats.org/officeDocument/2006/relationships/notesSlide" Target="/ppt/notesSlides/notesSlide2.xml" Id="Rdfdd700d42ec47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65e703ef846a0" /><Relationship Type="http://schemas.openxmlformats.org/officeDocument/2006/relationships/notesSlide" Target="/ppt/notesSlides/notesSlide3.xml" Id="Raea2eca0803d4f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f6632b23a48d9" /><Relationship Type="http://schemas.openxmlformats.org/officeDocument/2006/relationships/notesSlide" Target="/ppt/notesSlides/notesSlide4.xml" Id="R6d1b02e51922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1dadb63b04649" /><Relationship Type="http://schemas.openxmlformats.org/officeDocument/2006/relationships/notesSlide" Target="/ppt/notesSlides/notesSlide5.xml" Id="R18ee2bc15ac7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87d684f164228" /><Relationship Type="http://schemas.openxmlformats.org/officeDocument/2006/relationships/notesSlide" Target="/ppt/notesSlides/notesSlide6.xml" Id="Ra16430140f1a4d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9eb6072f04060" /><Relationship Type="http://schemas.openxmlformats.org/officeDocument/2006/relationships/notesSlide" Target="/ppt/notesSlides/notesSlide7.xml" Id="Re317d0f3eec643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cfb82532d4a50" /><Relationship Type="http://schemas.openxmlformats.org/officeDocument/2006/relationships/notesSlide" Target="/ppt/notesSlides/notesSlide8.xml" Id="R0e296abeb7e644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b3507b1b44667" /><Relationship Type="http://schemas.openxmlformats.org/officeDocument/2006/relationships/notesSlide" Target="/ppt/notesSlides/notesSlide9.xml" Id="R8858f22e101045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86e0297324cc6" /><Relationship Type="http://schemas.openxmlformats.org/officeDocument/2006/relationships/notesSlide" Target="/ppt/notesSlides/notesSlide10.xml" Id="R9926b3fcc36a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8957856c247a4" /><Relationship Type="http://schemas.openxmlformats.org/officeDocument/2006/relationships/notesSlide" Target="/ppt/notesSlides/notesSlide11.xml" Id="R1c6fdc11f5e640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2c2039fad4b4e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0CA8D-CBA3-4C17-99AC-60C438C3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B6936-E032-48B3-9D63-B0094B6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Proyecto final: selección con presupuesto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FA8BA-4247-4C6C-B2F8-56457D33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A51D7-F359-4DF9-AA49-FE1D002E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4 · PL4.1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C1619-7EF8-458C-B384-214CE777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16269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D68BA-FEBF-4732-A9AD-D49A037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0E98-2D32-4C8B-8745-2ED762FB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C826F-18AA-4F2A-868E-3FD56389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795BF-A108-4BBA-8E9F-360C938F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F6922-425C-43F2-B34A-E8A9541B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unidad académica selecciona actividades con costo entero y beneficio estimado. Cada actividad puede elegirse como máximo una vez. Se necesita maximizar beneficio sin superar un presupuesto y justificar la selección.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BF901-1C4B-4D88-8DFF-04135C7B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12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66261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D9F1C-91F9-4838-8D99-0EF791F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4F886-0744-4BE6-95DF-6E646412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Formulación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CA6D-2423-406F-BBC4-342194B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E10A1-DD64-4366-97B5-617BC867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C45C8-9341-429A-89BB-47DA8FC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estado, casos base, recurrencia y criterio de desempate. Explicar por qué una elección voraz por beneficio/costo no basta.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F2C12-A9C1-4476-AE15-3473F07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feat(pl4.1):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603649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3514-0E6D-4A84-BF06-87FDE95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18D08-60A4-4EA8-9338-8967A83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Referencia recursiva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AB462-60CE-459B-9985-C431BE0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505DC-22E9-4E19-8A3B-C9B9586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67116-FB5D-46BC-AA79-99C9DC60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versión directa para instancias pequeñas y usar casos de resultado conocido para validar.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24C98-067C-45D7-BA53-1AD793B6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feat(pl4.1):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564738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601E3-D797-411D-A3DE-4AD612CE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B28F3-478A-4B65-9F16-55A4852E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Memoización y tabla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8A927-48EA-4893-A4CD-DAA77F34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23EAA-4B63-4FE7-BAD5-6A4E2AB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2FC8B-5A0C-42F0-87DB-B40AEA88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las dos estrategias, justificar orden de dependencias y mantener el estado completo en cada clave.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1B24C-D18C-43F9-A11E-8EEC8637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feat(pl4.1):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758208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19A21-70B1-493F-9884-C589091D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EFD6-8FD3-4C6B-BBCD-DA52F587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Reconstrucción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6D43-79AD-451A-A1CE-9CB22F8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502B3-6FC8-4FC0-8322-646D36BC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DCDB-489F-4096-B1DC-4A589256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Recuperar la selección sin repetir actividades. Verificar presupuesto y suma del beneficio frente al óptimo calculado.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04538-9672-4165-867F-20837841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feat(pl4.1):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358331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E333A-EEBC-4928-A925-6239802B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BDA16-B4CE-4439-8D17-4B037C7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5. Evaluación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816A0-954B-4600-B0BC-7074BE4F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9B00A-5CF7-48DB-A101-64A5D46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B4CEA-89D7-4714-88D3-96BA0247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casos pequeños equivalentes y muestras grandes permitidas. Presentar datos reales, límites, conclusiones y defensa.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60108-A93A-4B32-B96E-166CF93F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feat(pl4.1):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2096380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E20A3-549A-45CC-AD34-0303BF1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8A142-F9DB-4D1A-8DF1-D0AC8E94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C57B0-EEFB-4446-AC4C-01A0971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DC81F-B238-4C42-ACA9-1AD0086B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38165-70A9-4980-82B7-8B94589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1305002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FB131-8C3D-46A6-B51B-DCB845DE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11C17-4B77-497D-BB9C-705DF751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75002-759A-48A1-8D8A-4F07D067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2411E-3082-47C5-A262-D33203B2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A:(2,3), B:(3,4), C:(4,5); presupuesto 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IDs A,B; costo 5; beneficio 7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mismas actividades; presupuesto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selección vacía; beneficio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actividades; presupuesto 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selección vacía; beneficio 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A:(2,3), B:(2,3); presupuesto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elige A según desempate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costo cero o negativo, ID repetido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rechazo antes de ejecutar algoritmos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921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5B178-6B1F-48DB-802B-3152B04E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C4FA0-4472-4E43-A67A-FA8B6BE3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95E8F-D16D-469A-94E8-C677FDF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259BF-F1C0-46AA-8137-D9F5D4E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2357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AA4DD-BEAA-485B-A4DE-CB7F10A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059A6-026A-44FA-A36A-80A9691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45293-128D-4FBA-9A6C-976CA87B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PL4.1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00496-E111-487C-A87E-6B4AB29A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2D2A0-FDEF-4518-882C-97716AE9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 un beneficio y explica por qué no sirve la caché de la instancia anterior. Reconstruye una fila de la tabla y una decisión de inclusión o exclusión.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383D9-2F68-4A07-915A-9EED5043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1115115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2026-10-02T01:45:23.1650000Z</dcterms:created>
  <dcterms:modified xsi:type="dcterms:W3CDTF">2026-10-02T01:45:23.1650000Z</dcterms:modified>
</coreProperties>
</file>