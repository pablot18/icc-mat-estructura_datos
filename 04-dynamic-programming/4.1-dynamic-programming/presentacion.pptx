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52c70f98e44092" /><Relationship Type="http://schemas.openxmlformats.org/officeDocument/2006/relationships/extended-properties" Target="/docProps/app.xml" Id="Rd7b33fd069eb47f4" /><Relationship Type="http://schemas.openxmlformats.org/officeDocument/2006/relationships/officeDocument" Target="/ppt/presentation.xml" Id="R2390dc7f326742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4eed295c964464"/>
  </p:sldMasterIdLst>
  <p:notesMasterIdLst>
    <p:notesMasterId xmlns:r="http://schemas.openxmlformats.org/officeDocument/2006/relationships" r:id="Rdec2c699123442f8"/>
  </p:notesMasterIdLst>
  <p:sldIdLst>
    <p:sldId xmlns:r="http://schemas.openxmlformats.org/officeDocument/2006/relationships" id="256" r:id="R10baa81c7736435b"/>
    <p:sldId xmlns:r="http://schemas.openxmlformats.org/officeDocument/2006/relationships" id="257" r:id="R2953f9aca33e49e1"/>
    <p:sldId xmlns:r="http://schemas.openxmlformats.org/officeDocument/2006/relationships" id="258" r:id="Ra74a59bd98294c1e"/>
    <p:sldId xmlns:r="http://schemas.openxmlformats.org/officeDocument/2006/relationships" id="259" r:id="R5208e5b7f0744d46"/>
    <p:sldId xmlns:r="http://schemas.openxmlformats.org/officeDocument/2006/relationships" id="260" r:id="R095c86adf52343de"/>
    <p:sldId xmlns:r="http://schemas.openxmlformats.org/officeDocument/2006/relationships" id="261" r:id="R609c2a675b82424d"/>
    <p:sldId xmlns:r="http://schemas.openxmlformats.org/officeDocument/2006/relationships" id="262" r:id="R0f398e7634f2401f"/>
    <p:sldId xmlns:r="http://schemas.openxmlformats.org/officeDocument/2006/relationships" id="263" r:id="R3e5e37cef7ce4699"/>
    <p:sldId xmlns:r="http://schemas.openxmlformats.org/officeDocument/2006/relationships" id="264" r:id="R0d933c0da54047d1"/>
    <p:sldId xmlns:r="http://schemas.openxmlformats.org/officeDocument/2006/relationships" id="265" r:id="R0dff6d0b1bd940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9c457557274f23" /><Relationship Type="http://schemas.openxmlformats.org/officeDocument/2006/relationships/slideMaster" Target="/ppt/slideMasters/slideMaster1.xml" Id="Rd14eed295c964464" /><Relationship Type="http://schemas.openxmlformats.org/officeDocument/2006/relationships/notesMaster" Target="/ppt/notesMasters/notesMaster1.xml" Id="Rdec2c699123442f8" /><Relationship Type="http://schemas.openxmlformats.org/officeDocument/2006/relationships/presProps" Target="/ppt/presProps.xml" Id="R82cafa7b6b1a4f33" /><Relationship Type="http://schemas.openxmlformats.org/officeDocument/2006/relationships/tableStyles" Target="/ppt/tableStyles.xml" Id="Rf1a77126bdc04c19" /><Relationship Type="http://schemas.openxmlformats.org/officeDocument/2006/relationships/slide" Target="/ppt/slides/slide1.xml" Id="R10baa81c7736435b" /><Relationship Type="http://schemas.openxmlformats.org/officeDocument/2006/relationships/slide" Target="/ppt/slides/slide2.xml" Id="R2953f9aca33e49e1" /><Relationship Type="http://schemas.openxmlformats.org/officeDocument/2006/relationships/slide" Target="/ppt/slides/slide3.xml" Id="Ra74a59bd98294c1e" /><Relationship Type="http://schemas.openxmlformats.org/officeDocument/2006/relationships/slide" Target="/ppt/slides/slide4.xml" Id="R5208e5b7f0744d46" /><Relationship Type="http://schemas.openxmlformats.org/officeDocument/2006/relationships/slide" Target="/ppt/slides/slide5.xml" Id="R095c86adf52343de" /><Relationship Type="http://schemas.openxmlformats.org/officeDocument/2006/relationships/slide" Target="/ppt/slides/slide6.xml" Id="R609c2a675b82424d" /><Relationship Type="http://schemas.openxmlformats.org/officeDocument/2006/relationships/slide" Target="/ppt/slides/slide7.xml" Id="R0f398e7634f2401f" /><Relationship Type="http://schemas.openxmlformats.org/officeDocument/2006/relationships/slide" Target="/ppt/slides/slide8.xml" Id="R3e5e37cef7ce4699" /><Relationship Type="http://schemas.openxmlformats.org/officeDocument/2006/relationships/slide" Target="/ppt/slides/slide9.xml" Id="R0d933c0da54047d1" /><Relationship Type="http://schemas.openxmlformats.org/officeDocument/2006/relationships/slide" Target="/ppt/slides/slide10.xml" Id="R0dff6d0b1bd940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26358a678b4a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e84cab6d4749c8" /><Relationship Type="http://schemas.openxmlformats.org/officeDocument/2006/relationships/notesMaster" Target="/ppt/notesMasters/notesMaster1.xml" Id="Rea30a4956a754f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0f00a61c55479c" /><Relationship Type="http://schemas.openxmlformats.org/officeDocument/2006/relationships/notesMaster" Target="/ppt/notesMasters/notesMaster1.xml" Id="Rc49c2853e97447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dbe0f191ca46a4" /><Relationship Type="http://schemas.openxmlformats.org/officeDocument/2006/relationships/notesMaster" Target="/ppt/notesMasters/notesMaster1.xml" Id="R3e26889628834a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6b9c5ff3784945" /><Relationship Type="http://schemas.openxmlformats.org/officeDocument/2006/relationships/notesMaster" Target="/ppt/notesMasters/notesMaster1.xml" Id="R9b0b2521ed4d4e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d5ad5860914d76" /><Relationship Type="http://schemas.openxmlformats.org/officeDocument/2006/relationships/notesMaster" Target="/ppt/notesMasters/notesMaster1.xml" Id="R78fab3b18ba84a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926e9ae4ed4198" /><Relationship Type="http://schemas.openxmlformats.org/officeDocument/2006/relationships/notesMaster" Target="/ppt/notesMasters/notesMaster1.xml" Id="R83671167887843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c1062b623348ea" /><Relationship Type="http://schemas.openxmlformats.org/officeDocument/2006/relationships/notesMaster" Target="/ppt/notesMasters/notesMaster1.xml" Id="R0ce451f0864d46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4ff892e77944a1" /><Relationship Type="http://schemas.openxmlformats.org/officeDocument/2006/relationships/notesMaster" Target="/ppt/notesMasters/notesMaster1.xml" Id="R14f814072d3248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8d5a148ee5421e" /><Relationship Type="http://schemas.openxmlformats.org/officeDocument/2006/relationships/notesMaster" Target="/ppt/notesMasters/notesMaster1.xml" Id="Ra9be170bff8843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f1626337bb46d5" /><Relationship Type="http://schemas.openxmlformats.org/officeDocument/2006/relationships/notesMaster" Target="/ppt/notesMasters/notesMaster1.xml" Id="R821159b525b943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256a15cc1d41a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5b184c8dd2461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6374ea4d2b4fb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682f49c31c408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636267ee5148c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569e2636d546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CFFE7EB-178F-4A38-9480-B75A97FB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7304AE3-9E76-4066-895E-9BFA4A227C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A2AE3EE-387C-4958-8D46-0C91FB270FC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9517E14-5DB4-4909-870C-9A34B294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E51B913-69EA-4EAE-BC70-62F002FCE4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80CA727-040A-43E1-9EA7-7C85D317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DC8DA2B-E47F-47A4-9AB3-BBA362AD4B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1241EA81-92CB-41EF-9C00-423B31E83B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FA9EF94-0ED2-42C1-A9C7-ED28FDA8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34E1158-CC81-4A0E-A5AB-49D1A4BB74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F15499-0AD4-4031-8DC2-9BC65D2333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F9C3525-4464-49CD-8A64-1A30C3C1C3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E61A3BB-A10A-448A-9A08-50291DA7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13183D6-8BD0-4E86-94BD-E013FC04C2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F5AAEC-B2B2-4D9A-AD54-B4DFBB1F7A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f52891df8b4e43" /><Relationship Type="http://schemas.openxmlformats.org/officeDocument/2006/relationships/slideLayout" Target="/ppt/slideLayouts/slideLayout1.xml" Id="R5d047176f3b44332" /><Relationship Type="http://schemas.openxmlformats.org/officeDocument/2006/relationships/slideLayout" Target="/ppt/slideLayouts/slideLayout2.xml" Id="Rff3f01d20c674ff6" /><Relationship Type="http://schemas.openxmlformats.org/officeDocument/2006/relationships/slideLayout" Target="/ppt/slideLayouts/slideLayout3.xml" Id="R99904a76bef74897" /><Relationship Type="http://schemas.openxmlformats.org/officeDocument/2006/relationships/slideLayout" Target="/ppt/slideLayouts/slideLayout4.xml" Id="Rda7b03d8a8b14706" /><Relationship Type="http://schemas.openxmlformats.org/officeDocument/2006/relationships/slideLayout" Target="/ppt/slideLayouts/slideLayout5.xml" Id="R996eaa219cef4ada" /><Relationship Type="http://schemas.openxmlformats.org/officeDocument/2006/relationships/slideLayout" Target="/ppt/slideLayouts/slideLayout6.xml" Id="R4e7f3bdc5f284d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047176f3b44332"/>
    <p:sldLayoutId xmlns:r="http://schemas.openxmlformats.org/officeDocument/2006/relationships" id="2147483650" r:id="Rff3f01d20c674ff6"/>
    <p:sldLayoutId xmlns:r="http://schemas.openxmlformats.org/officeDocument/2006/relationships" id="2147483651" r:id="R99904a76bef74897"/>
    <p:sldLayoutId xmlns:r="http://schemas.openxmlformats.org/officeDocument/2006/relationships" id="2147483652" r:id="Rda7b03d8a8b14706"/>
    <p:sldLayoutId xmlns:r="http://schemas.openxmlformats.org/officeDocument/2006/relationships" id="2147483653" r:id="R996eaa219cef4ada"/>
    <p:sldLayoutId xmlns:r="http://schemas.openxmlformats.org/officeDocument/2006/relationships" id="2147483654" r:id="R4e7f3bdc5f284d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2a7e16c2e949e2" /><Relationship Type="http://schemas.openxmlformats.org/officeDocument/2006/relationships/image" Target="/ppt/media/image.png" Id="Rb9e23dbfb9db448c" /><Relationship Type="http://schemas.openxmlformats.org/officeDocument/2006/relationships/notesSlide" Target="/ppt/notesSlides/notesSlide1.xml" Id="Rc261c523f65c4c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63bd0b14f145a1" /><Relationship Type="http://schemas.openxmlformats.org/officeDocument/2006/relationships/notesSlide" Target="/ppt/notesSlides/notesSlide2.xml" Id="R5e3152e7cef841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76237ec5b74e4b" /><Relationship Type="http://schemas.openxmlformats.org/officeDocument/2006/relationships/notesSlide" Target="/ppt/notesSlides/notesSlide3.xml" Id="R6f997712b00644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5ed2cb97ff468b" /><Relationship Type="http://schemas.openxmlformats.org/officeDocument/2006/relationships/notesSlide" Target="/ppt/notesSlides/notesSlide4.xml" Id="R9a9b27ea6e5248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072f2c075740e1" /><Relationship Type="http://schemas.openxmlformats.org/officeDocument/2006/relationships/notesSlide" Target="/ppt/notesSlides/notesSlide5.xml" Id="R566209c65eb84f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90af4fb3824809" /><Relationship Type="http://schemas.openxmlformats.org/officeDocument/2006/relationships/notesSlide" Target="/ppt/notesSlides/notesSlide6.xml" Id="R8edc486d554447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3f105264334e3b" /><Relationship Type="http://schemas.openxmlformats.org/officeDocument/2006/relationships/notesSlide" Target="/ppt/notesSlides/notesSlide7.xml" Id="R7d63f51830214c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c3504f2f074254" /><Relationship Type="http://schemas.openxmlformats.org/officeDocument/2006/relationships/notesSlide" Target="/ppt/notesSlides/notesSlide8.xml" Id="Rade0b3cb5b954e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fe795eb1ec4912" /><Relationship Type="http://schemas.openxmlformats.org/officeDocument/2006/relationships/notesSlide" Target="/ppt/notesSlides/notesSlide9.xml" Id="Rbe4e5b7451d241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dc4b763aa54334" /><Relationship Type="http://schemas.openxmlformats.org/officeDocument/2006/relationships/notesSlide" Target="/ppt/notesSlides/notesSlide10.xml" Id="Rbe36bc4143b745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e23dbfb9db448c"/>
          <a:stretch xmlns:a="http://schemas.openxmlformats.org/drawingml/2006/main"/>
        </p:blipFill>
        <p:spPr>
          <a:xfrm xmlns:a="http://schemas.openxmlformats.org/drawingml/2006/main">
            <a:off x="609600" y="534507"/>
            <a:ext cx="7048500" cy="11598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A1267-DB54-4342-B147-BD49C535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Estructura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C50D71-A577-49E3-917A-494248A6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1066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Programación dinámica frente a recursión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546AA6-2EA4-45EE-AC94-A8122023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F5686-0440-4E8E-818B-1AFD90AD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Unidad 4 · 4.1 · Java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0D74C-5C9A-4DA5-BF7E-F6DB46BF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2569774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B040A1-38E7-4CBE-A140-473A5CF7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73F4F-E1C1-413A-8208-067875EF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¿Qué aprenderemos hoy?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2BD74-94AC-4D2D-B8C8-1D3E7E78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4.1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096E3-F20E-428B-8694-87EDFD67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C421F-9319-49A9-A084-CC2F7EC9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76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1. Estados y subproblemas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2. Recursión ingenua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3. Tabulación y orden de dependencias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4. Optimización de espacio y reconstrucción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5. Comparación justa</a:t>
            </a:r>
          </a:p>
        </p:txBody>
      </p:sp>
    </p:spTree>
    <p:extLst>
      <p:ext uri="{BB962C8B-B14F-4D97-AF65-F5344CB8AC3E}">
        <p14:creationId xmlns:p14="http://schemas.microsoft.com/office/powerpoint/2010/main" val="14933410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00D9A9-4587-4D8E-8FFD-C4390B78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8115A-1A68-4D6C-8C88-D48F4800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Estado y dependencias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7105E-F11E-46A3-9E2F-2CC42D97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4.1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F7F1F-C2DF-437A-9940-ABE04DEC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36409-B37B-4C75-A4F5-6AF30B8C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D0DEC-1258-4B3E-8A3D-1A57BF10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Fibonacci usa el estado n y depende de n−1 y n−2.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ED7D5-1437-42DE-B6D0-53909C8F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CA738-86C7-42CE-A163-3DF76048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recursión directa recalcula estados compartidos por varias ramas.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B533C-289D-4A0E-8D44-FACDA11E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BCFE7A-6509-4800-B4F7-F0684029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Programación dinámica guarda resultados que pueden reutilizarse.</a:t>
            </a:r>
          </a:p>
        </p:txBody>
      </p:sp>
    </p:spTree>
    <p:extLst>
      <p:ext uri="{BB962C8B-B14F-4D97-AF65-F5344CB8AC3E}">
        <p14:creationId xmlns:p14="http://schemas.microsoft.com/office/powerpoint/2010/main" val="17628153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4B26C0-CE30-4A38-ABA7-CE93F684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53C34-1A84-4A8D-AD82-F469B540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Tabulación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68860-E346-4383-A9BB-DD9DD835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4.1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6B3FA-EA3A-45A4-A294-66D23DFD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27400-FF00-4AFC-9AF3-1E2A3D42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9BA2D-4049-440A-8EAF-7A98674D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Los casos base se escriben primero.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82667-97BA-47DA-A027-C2DD43AB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BB7EF8-9EC9-4E67-8709-1F5D3BBB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 recorrido ascendente asegura que las dependencias ya estén calculadas.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F35CF7-8807-42E9-B7B7-48A43568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8636EE-901C-4FFB-90CB-AE8A824F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Cada estado se calcula una vez: Θ(n) tiempo y Θ(n) tabla en este ejemplo.</a:t>
            </a:r>
          </a:p>
        </p:txBody>
      </p:sp>
    </p:spTree>
    <p:extLst>
      <p:ext uri="{BB962C8B-B14F-4D97-AF65-F5344CB8AC3E}">
        <p14:creationId xmlns:p14="http://schemas.microsoft.com/office/powerpoint/2010/main" val="4886462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68E5A1-1C51-49E2-ABC5-9B50A7C6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424D0-181F-4D9B-A330-E48DCBB6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Memoria y comparación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9E5D5-424D-4838-929E-A5FF11CE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4.1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BB82A-F4F1-4193-BFEC-29F56443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4B243-F547-48D4-9D77-194CFA89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E6DA4-622F-47FD-B351-50963554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Fibonacci puede conservar solo dos valores anteriores.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22223C-D004-41F7-85EB-B03ED0E9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C30C5-D343-49F8-8696-CE246965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Otros problemas necesitan información para reconstruir decisiones.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F2F2F1-13E7-45FC-8D20-9A47E6EA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66E9B9-7631-4852-BA06-31BD07A0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Compara mismo dominio y salida. Separa llamadas, estados y tiempo medido.</a:t>
            </a:r>
          </a:p>
        </p:txBody>
      </p:sp>
    </p:spTree>
    <p:extLst>
      <p:ext uri="{BB962C8B-B14F-4D97-AF65-F5344CB8AC3E}">
        <p14:creationId xmlns:p14="http://schemas.microsoft.com/office/powerpoint/2010/main" val="18339195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78DA1-9A2A-480C-9E5D-8AD95165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0D6F8-B45D-4473-B1A8-7D030D62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Traza de referencia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6D0F69-184F-4504-9DFE-305D9087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4.1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A328D-7B6E-413C-B650-003AF5CC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F(n)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Llamadas ingenuas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00820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6CDE9-BC3F-46AC-A918-05E6FF98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BFCCA8-E355-476E-9412-D7997EDD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Demostración en Java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8CD85-7646-4659-B806-8F9ECD69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4.1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AC1AC-518F-4F02-AD71-9C38742B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A5913-F83E-4EF5-830D-65439C17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57325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static long recursive(int n) { calls++; return n&lt;2?n:recursive(n-1)+recursive(n-2); 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EBCFF-3C8D-48B3-AC59-A311261F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Fragmento de la demostración. Código completo y ejecución en el material Java.</a:t>
            </a:r>
          </a:p>
        </p:txBody>
      </p:sp>
    </p:spTree>
    <p:extLst>
      <p:ext uri="{BB962C8B-B14F-4D97-AF65-F5344CB8AC3E}">
        <p14:creationId xmlns:p14="http://schemas.microsoft.com/office/powerpoint/2010/main" val="6605819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20379-A45A-4ACC-8359-0885AB8F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93767-9BA1-42C1-8F03-1C21097B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Práctica de clase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5C3B1-C366-4B5E-B925-707D5756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4.1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3CF07-C6A4-4EC1-863C-FF5F6127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973BF-AF8B-49BA-BF53-465C2855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6680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Resuelve el número de formas de subir n escalones con pasos de 1 o 2. Define formas(0)=1. Implementa recursión directa y tabulación, cuenta trabajo y explica la relación entre el estado y sus dependencias.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6531B-3F94-4B2C-9AB4-3EB81F5B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Evidencia: casos ejecutados, explicación de costos y commits reales.</a:t>
            </a:r>
          </a:p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Entrega: una versión. Registro en evidencias/PC4.1.md.</a:t>
            </a:r>
          </a:p>
        </p:txBody>
      </p:sp>
    </p:spTree>
    <p:extLst>
      <p:ext uri="{BB962C8B-B14F-4D97-AF65-F5344CB8AC3E}">
        <p14:creationId xmlns:p14="http://schemas.microsoft.com/office/powerpoint/2010/main" val="2373091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B1401-F8E2-4303-96AE-675B42F1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BC8E7-EC01-44BE-BAF4-582888D2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 de la 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56E8F-5A14-4175-8229-6AC4D02F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4.1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B363C-C514-46A9-80DD-4F0EAE82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Entrada o escenario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Resultado exigido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n=0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forma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n=4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 formas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n=6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 formas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 negativo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rechazo explícito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86715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1C628-49D5-4F16-9738-FC99C140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39914-027F-458F-96B0-0429D967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Lo esencial de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53B95-9BAF-464A-944A-BFA788BB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4.1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18C38-E789-4747-8527-62F39772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35075-9AA1-4407-848E-AAF4F279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668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Programación dinámica resuelve estados y reutiliza sus resultados. No toda recursión necesita programación dinámica: debe existir trabajo repetido que merezca guardarse.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Compara la misma definición, el mismo dominio y la misma salida. Cuenta llamadas recursivas y estados calculados aparte de medir tiempo.</a:t>
            </a:r>
          </a:p>
        </p:txBody>
      </p:sp>
    </p:spTree>
    <p:extLst>
      <p:ext uri="{BB962C8B-B14F-4D97-AF65-F5344CB8AC3E}">
        <p14:creationId xmlns:p14="http://schemas.microsoft.com/office/powerpoint/2010/main" val="11469495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2026-10-02T01:44:39.8800000Z</dcterms:created>
  <dcterms:modified xsi:type="dcterms:W3CDTF">2026-10-02T01:44:39.8800000Z</dcterms:modified>
</coreProperties>
</file>