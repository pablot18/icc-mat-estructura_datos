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7283f6434749b8" /><Relationship Type="http://schemas.openxmlformats.org/officeDocument/2006/relationships/extended-properties" Target="/docProps/app.xml" Id="R5faffd2d94ac4085" /><Relationship Type="http://schemas.openxmlformats.org/officeDocument/2006/relationships/officeDocument" Target="/ppt/presentation.xml" Id="R5eba38efd0234c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71a4e8665488f"/>
  </p:sldMasterIdLst>
  <p:notesMasterIdLst>
    <p:notesMasterId xmlns:r="http://schemas.openxmlformats.org/officeDocument/2006/relationships" r:id="R16e0ba7747f04c33"/>
  </p:notesMasterIdLst>
  <p:sldIdLst>
    <p:sldId xmlns:r="http://schemas.openxmlformats.org/officeDocument/2006/relationships" id="256" r:id="Rd8179cd309d64b87"/>
    <p:sldId xmlns:r="http://schemas.openxmlformats.org/officeDocument/2006/relationships" id="257" r:id="Ra603ca22a52c4930"/>
    <p:sldId xmlns:r="http://schemas.openxmlformats.org/officeDocument/2006/relationships" id="258" r:id="Rebd8947fcf0f4bde"/>
    <p:sldId xmlns:r="http://schemas.openxmlformats.org/officeDocument/2006/relationships" id="259" r:id="Rd80006e95d7e414e"/>
    <p:sldId xmlns:r="http://schemas.openxmlformats.org/officeDocument/2006/relationships" id="260" r:id="R27ada2fb475e4d88"/>
    <p:sldId xmlns:r="http://schemas.openxmlformats.org/officeDocument/2006/relationships" id="261" r:id="R971afa4e8ba54a67"/>
    <p:sldId xmlns:r="http://schemas.openxmlformats.org/officeDocument/2006/relationships" id="262" r:id="R6ec20307c6f64873"/>
    <p:sldId xmlns:r="http://schemas.openxmlformats.org/officeDocument/2006/relationships" id="263" r:id="R2d03e2410e0542bf"/>
    <p:sldId xmlns:r="http://schemas.openxmlformats.org/officeDocument/2006/relationships" id="264" r:id="Rf7379bbb72484398"/>
    <p:sldId xmlns:r="http://schemas.openxmlformats.org/officeDocument/2006/relationships" id="265" r:id="R9f75f4d57799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8a807b05ce4d41" /><Relationship Type="http://schemas.openxmlformats.org/officeDocument/2006/relationships/slideMaster" Target="/ppt/slideMasters/slideMaster1.xml" Id="Rab971a4e8665488f" /><Relationship Type="http://schemas.openxmlformats.org/officeDocument/2006/relationships/notesMaster" Target="/ppt/notesMasters/notesMaster1.xml" Id="R16e0ba7747f04c33" /><Relationship Type="http://schemas.openxmlformats.org/officeDocument/2006/relationships/presProps" Target="/ppt/presProps.xml" Id="R91c3a17bbb644125" /><Relationship Type="http://schemas.openxmlformats.org/officeDocument/2006/relationships/tableStyles" Target="/ppt/tableStyles.xml" Id="R5474790f618e4496" /><Relationship Type="http://schemas.openxmlformats.org/officeDocument/2006/relationships/slide" Target="/ppt/slides/slide1.xml" Id="Rd8179cd309d64b87" /><Relationship Type="http://schemas.openxmlformats.org/officeDocument/2006/relationships/slide" Target="/ppt/slides/slide2.xml" Id="Ra603ca22a52c4930" /><Relationship Type="http://schemas.openxmlformats.org/officeDocument/2006/relationships/slide" Target="/ppt/slides/slide3.xml" Id="Rebd8947fcf0f4bde" /><Relationship Type="http://schemas.openxmlformats.org/officeDocument/2006/relationships/slide" Target="/ppt/slides/slide4.xml" Id="Rd80006e95d7e414e" /><Relationship Type="http://schemas.openxmlformats.org/officeDocument/2006/relationships/slide" Target="/ppt/slides/slide5.xml" Id="R27ada2fb475e4d88" /><Relationship Type="http://schemas.openxmlformats.org/officeDocument/2006/relationships/slide" Target="/ppt/slides/slide6.xml" Id="R971afa4e8ba54a67" /><Relationship Type="http://schemas.openxmlformats.org/officeDocument/2006/relationships/slide" Target="/ppt/slides/slide7.xml" Id="R6ec20307c6f64873" /><Relationship Type="http://schemas.openxmlformats.org/officeDocument/2006/relationships/slide" Target="/ppt/slides/slide8.xml" Id="R2d03e2410e0542bf" /><Relationship Type="http://schemas.openxmlformats.org/officeDocument/2006/relationships/slide" Target="/ppt/slides/slide9.xml" Id="Rf7379bbb72484398" /><Relationship Type="http://schemas.openxmlformats.org/officeDocument/2006/relationships/slide" Target="/ppt/slides/slide10.xml" Id="R9f75f4d57799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7754a1ef1c43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4d885d29d4b80" /><Relationship Type="http://schemas.openxmlformats.org/officeDocument/2006/relationships/notesMaster" Target="/ppt/notesMasters/notesMaster1.xml" Id="R01827049ab3d4b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0c0906c9a14d09" /><Relationship Type="http://schemas.openxmlformats.org/officeDocument/2006/relationships/notesMaster" Target="/ppt/notesMasters/notesMaster1.xml" Id="R5ce50698d779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79b2d47fa46fa" /><Relationship Type="http://schemas.openxmlformats.org/officeDocument/2006/relationships/notesMaster" Target="/ppt/notesMasters/notesMaster1.xml" Id="R07a274c6fdf848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ae57720faf42da" /><Relationship Type="http://schemas.openxmlformats.org/officeDocument/2006/relationships/notesMaster" Target="/ppt/notesMasters/notesMaster1.xml" Id="R39d8d9d2efd4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710b468efb43ed" /><Relationship Type="http://schemas.openxmlformats.org/officeDocument/2006/relationships/notesMaster" Target="/ppt/notesMasters/notesMaster1.xml" Id="R503052707eeb4f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4b51b1fc54497f" /><Relationship Type="http://schemas.openxmlformats.org/officeDocument/2006/relationships/notesMaster" Target="/ppt/notesMasters/notesMaster1.xml" Id="R25e38bfd56d94a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20e9a581094132" /><Relationship Type="http://schemas.openxmlformats.org/officeDocument/2006/relationships/notesMaster" Target="/ppt/notesMasters/notesMaster1.xml" Id="R8ece37d0b4864f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f569642327405e" /><Relationship Type="http://schemas.openxmlformats.org/officeDocument/2006/relationships/notesMaster" Target="/ppt/notesMasters/notesMaster1.xml" Id="Re5fbcb61b7d540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ca573414c44127" /><Relationship Type="http://schemas.openxmlformats.org/officeDocument/2006/relationships/notesMaster" Target="/ppt/notesMasters/notesMaster1.xml" Id="R458704a261ff48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8294ba143643a5" /><Relationship Type="http://schemas.openxmlformats.org/officeDocument/2006/relationships/notesMaster" Target="/ppt/notesMasters/notesMaster1.xml" Id="R2bdf32044d7a45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99849e26648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7b2627a184f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55dc8839947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efca65adc41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7129bc7cc45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1faf6db5b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2F74399-5C34-4C3E-B71A-5E100E9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2627FC-6BE9-4852-B74D-D04E4D404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0143A59-A505-4BE4-BB3C-5D0BE86EF0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AC6761B-FB70-45C2-86C4-BF89B2BB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A9CC92-352F-42EC-B5B2-645B1502E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D89CEBE-C809-40F0-BE50-F498AA4B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06ED0F-99C8-4352-8CFE-63368DD93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0B1EB1B-D15B-44E5-8328-F0502C4DC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AB41DE3-A546-458A-B4D4-5A99DD4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AC7DF5-9542-47B3-903E-2215B21F9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E85AD2-3BAB-4CF3-807B-0E65080E2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3230C5-924E-4C65-9B17-489BF5F317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7F2FE33-DADA-4365-B6C9-C934D020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3B6F06-B69E-4039-81FF-2D223C43F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0E92BF-8A2C-47BE-B80C-2B3EDE9FA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905dcbfc4b47e7" /><Relationship Type="http://schemas.openxmlformats.org/officeDocument/2006/relationships/slideLayout" Target="/ppt/slideLayouts/slideLayout1.xml" Id="R9730686a6af84f28" /><Relationship Type="http://schemas.openxmlformats.org/officeDocument/2006/relationships/slideLayout" Target="/ppt/slideLayouts/slideLayout2.xml" Id="R6ca447fae668422b" /><Relationship Type="http://schemas.openxmlformats.org/officeDocument/2006/relationships/slideLayout" Target="/ppt/slideLayouts/slideLayout3.xml" Id="Rb1a1349d952d4805" /><Relationship Type="http://schemas.openxmlformats.org/officeDocument/2006/relationships/slideLayout" Target="/ppt/slideLayouts/slideLayout4.xml" Id="Rbd436f0433b943e8" /><Relationship Type="http://schemas.openxmlformats.org/officeDocument/2006/relationships/slideLayout" Target="/ppt/slideLayouts/slideLayout5.xml" Id="R8639110fef084263" /><Relationship Type="http://schemas.openxmlformats.org/officeDocument/2006/relationships/slideLayout" Target="/ppt/slideLayouts/slideLayout6.xml" Id="Rd400db10eaa44a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0686a6af84f28"/>
    <p:sldLayoutId xmlns:r="http://schemas.openxmlformats.org/officeDocument/2006/relationships" id="2147483650" r:id="R6ca447fae668422b"/>
    <p:sldLayoutId xmlns:r="http://schemas.openxmlformats.org/officeDocument/2006/relationships" id="2147483651" r:id="Rb1a1349d952d4805"/>
    <p:sldLayoutId xmlns:r="http://schemas.openxmlformats.org/officeDocument/2006/relationships" id="2147483652" r:id="Rbd436f0433b943e8"/>
    <p:sldLayoutId xmlns:r="http://schemas.openxmlformats.org/officeDocument/2006/relationships" id="2147483653" r:id="R8639110fef084263"/>
    <p:sldLayoutId xmlns:r="http://schemas.openxmlformats.org/officeDocument/2006/relationships" id="2147483654" r:id="Rd400db10eaa44a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fbb8a8ce84b7c" /><Relationship Type="http://schemas.openxmlformats.org/officeDocument/2006/relationships/image" Target="/ppt/media/image.png" Id="Rde748fd4223346a2" /><Relationship Type="http://schemas.openxmlformats.org/officeDocument/2006/relationships/notesSlide" Target="/ppt/notesSlides/notesSlide1.xml" Id="R1e3ce5209cc6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9a971d26f4601" /><Relationship Type="http://schemas.openxmlformats.org/officeDocument/2006/relationships/notesSlide" Target="/ppt/notesSlides/notesSlide2.xml" Id="R7cc45dd8132e4e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8eb3e1f36413f" /><Relationship Type="http://schemas.openxmlformats.org/officeDocument/2006/relationships/notesSlide" Target="/ppt/notesSlides/notesSlide3.xml" Id="R1417a089110848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228b2c6ea40d1" /><Relationship Type="http://schemas.openxmlformats.org/officeDocument/2006/relationships/notesSlide" Target="/ppt/notesSlides/notesSlide4.xml" Id="Rf624ec44d1c34b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340263634458b" /><Relationship Type="http://schemas.openxmlformats.org/officeDocument/2006/relationships/notesSlide" Target="/ppt/notesSlides/notesSlide5.xml" Id="Re3dd78c5793540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99f7bca684c5f" /><Relationship Type="http://schemas.openxmlformats.org/officeDocument/2006/relationships/notesSlide" Target="/ppt/notesSlides/notesSlide6.xml" Id="R4161c342377e46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92132ab5648b9" /><Relationship Type="http://schemas.openxmlformats.org/officeDocument/2006/relationships/notesSlide" Target="/ppt/notesSlides/notesSlide7.xml" Id="Rcb232043b5234e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c99c2205646e5" /><Relationship Type="http://schemas.openxmlformats.org/officeDocument/2006/relationships/notesSlide" Target="/ppt/notesSlides/notesSlide8.xml" Id="Rbafbff57b9b448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531f78ec74cea" /><Relationship Type="http://schemas.openxmlformats.org/officeDocument/2006/relationships/notesSlide" Target="/ppt/notesSlides/notesSlide9.xml" Id="Rf13fb7c9866641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81e7034324be7" /><Relationship Type="http://schemas.openxmlformats.org/officeDocument/2006/relationships/notesSlide" Target="/ppt/notesSlides/notesSlide10.xml" Id="R4866254cbe7d4d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48fd4223346a2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76C7B-6446-41D9-9A6C-AA033E52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BF2F9-E640-4F81-B1B0-66605F3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Caché y memoización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77075-811A-4CE2-BE23-9B1F5577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87A92-DD69-4682-B389-48335634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4 · 4.2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B5BEE-AFDB-4F32-9E12-B09F5522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33849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64F1B-5318-4379-877E-C7EAF6BA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B9218-244C-443D-BB34-06389145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E4843-563D-45E8-B128-046CEB1C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DFB20-F781-412D-8ADC-EF90D9EC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E5A43-DB49-4A8D-8775-82D3CB22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Caché como reutilización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Memoización de arriba hacia abajo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Estado completo y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Memoria, vida útil e invalidación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5. Proyecto final</a:t>
            </a:r>
          </a:p>
        </p:txBody>
      </p:sp>
    </p:spTree>
    <p:extLst>
      <p:ext uri="{BB962C8B-B14F-4D97-AF65-F5344CB8AC3E}">
        <p14:creationId xmlns:p14="http://schemas.microsoft.com/office/powerpoint/2010/main" val="1093687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1E203-2306-49BD-AA1B-277C4B1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1EF8E-00B8-46F9-BF13-475D1659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Caché y validez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D0BE2-438E-48F2-B2FC-AC53BAF8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0087F-14CC-41A2-8F89-DC9BCFCD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B41D8-548B-4941-9603-745225D6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8916E-5E5D-47F5-BEFA-BF50BF39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acierto reutiliza un resultado; un fallo exige calcularlo.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8CB02-2DF9-4190-BCE6-802384D7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E52A6-6181-42DA-BFD4-02C59F8C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clave debe representar todos los datos que determinan el resultado.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C2369-4194-4292-821D-4F6541F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CE42C-8A63-4DE7-9104-C496B7ED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 cambia la instancia, se invalida la caché o se distingue en la clave.</a:t>
            </a:r>
          </a:p>
        </p:txBody>
      </p:sp>
    </p:spTree>
    <p:extLst>
      <p:ext uri="{BB962C8B-B14F-4D97-AF65-F5344CB8AC3E}">
        <p14:creationId xmlns:p14="http://schemas.microsoft.com/office/powerpoint/2010/main" val="523041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7EFDF-3CF3-47C5-BED2-C9EDF9AA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84A6E-2EBE-45A8-A1A8-7946712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Memoización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743AE-5392-4746-B8A6-19755064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C5EC0-B1AC-426C-A643-28B2C4C6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E7478-F95C-46B4-9748-8DA290E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2C539-869C-40AD-9362-93BA7FCC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función consulta el mapa antes de resolver un estado.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BF0C7-04ED-46D0-980D-1CD0638F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57FFE-B0DA-4592-AECE-49516BEA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Las llamadas comparten la misma caché.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EA6F6-AD67-48EE-BA8D-40FA0C6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81ED2-EF88-4E8F-BE49-D9916BDB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Crear un mapa nuevo en cada llamada pierde la reutilización.</a:t>
            </a:r>
          </a:p>
        </p:txBody>
      </p:sp>
    </p:spTree>
    <p:extLst>
      <p:ext uri="{BB962C8B-B14F-4D97-AF65-F5344CB8AC3E}">
        <p14:creationId xmlns:p14="http://schemas.microsoft.com/office/powerpoint/2010/main" val="1914611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7F40F-5A79-4105-8B38-D9B0201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48EB4-82F1-475F-8600-C781E8B7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Tiempo, espacio y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18988-E97C-4462-BD0D-82DC272F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382C2-C509-4E07-A2E3-BEB07EA1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9FBBC-CD67-4A5F-BC57-B94FE9F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640DB-9CC7-4735-BFB4-DA6497F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Fibonacci memoizado tiene Θ(n) estados y profundidad Θ(n).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D8450-AD0C-4AEA-9163-24ADF5C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23BFB-FAAA-41D8-A950-9D4291FB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consulta con caché caliente no mide el cálculo desde cero.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BC5CB-F552-4C64-A8A4-96F7A82C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DD67E-D139-40CD-91B2-5834D35A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mochila 0/1 exige estado (i,capacidad) y reconstrucción de la selección.</a:t>
            </a:r>
          </a:p>
        </p:txBody>
      </p:sp>
    </p:spTree>
    <p:extLst>
      <p:ext uri="{BB962C8B-B14F-4D97-AF65-F5344CB8AC3E}">
        <p14:creationId xmlns:p14="http://schemas.microsoft.com/office/powerpoint/2010/main" val="1928711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723D4-9623-4A62-B423-0AF7526D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B57DC-60F5-4EB9-9A71-BB672E9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26746-BC40-4C9C-940D-A8F8878F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E2A50-9FDC-4E7C-AAE8-633E78C2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sobre caché compartida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Estados guardados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F(10), caché vacía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F(10), caché existente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11; sin nuevos estados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F(5), caché existente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11; sin nuevos estados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973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3DE85-B94A-4966-B649-E45F1026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30BBA-835B-4BF0-A21C-688ECA0A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A01F3-7AA2-4E74-8759-6E1E9632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66E2F-F0CD-42DF-AC40-44F8C522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D2E9D-A852-45B9-A018-0ADDECE1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long memo(int n,Map&lt;Integer,Long&gt; cache)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if (cache.containsKey(n)) return cache.get(n);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long value=n&lt;2?n:memo(n-1,cache)+memo(n-2,cache);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cache.put(n,value); return value;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6A63C-31AD-475B-A970-07D967F0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1290754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F2C78-C6FA-4484-8E5F-2CB1D2E4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9FC08-680E-4790-97A7-5B9759ED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48FE1-EEF7-4ACC-BC2A-28478CC4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1A138-0B57-476F-9618-56D56D7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7A899-EA5E-427B-B712-AB3F9267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costo mínimo para alcanzar un monto con monedas positivas y reutilizables. Usa una clave por monto y guarda también estados imposibles. Compara memoización con tabulación y define una respuesta explícita cuando no existe solución.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D4259-E732-4CCC-9BF1-73181487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evidencias/PC4.2.md.</a:t>
            </a:r>
          </a:p>
        </p:txBody>
      </p:sp>
    </p:spTree>
    <p:extLst>
      <p:ext uri="{BB962C8B-B14F-4D97-AF65-F5344CB8AC3E}">
        <p14:creationId xmlns:p14="http://schemas.microsoft.com/office/powerpoint/2010/main" val="746769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17271-A05C-4BA4-AA1F-E3A0BBBE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335F8-6961-48FD-B5C0-C573B3C6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F6D88-E0FA-4522-B1F2-910F202E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D519-993D-40B7-9937-705B4DED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monedas [1,3,4], monto 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monedas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monedas [2], monto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-1: imposible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monto 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 monedas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moneda 0 o negativa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inválida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777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5E0A0-C576-4EF3-B1A1-0292D1AE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74BB7-A3D4-4B81-8814-14B24E88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5DA56-7827-4694-A74F-2F1CE4A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EB5C4-91EA-482E-A6F2-35E5F8B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BFFD4-00AB-49A8-8D51-D96E71CD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caché guarda resultados para consultas posteriores. Un acierto reutiliza un valor y un fallo obliga a calcularlo.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laboratorio final aplica programación dinámica a selección de actividades con presupuesto entero: estado (i,capacidad), decisiones incluir o excluir y reconstrucción de la elección. Se contrasta una versión recursiva pequeña con memoización y tabulación.</a:t>
            </a:r>
          </a:p>
        </p:txBody>
      </p:sp>
    </p:spTree>
    <p:extLst>
      <p:ext uri="{BB962C8B-B14F-4D97-AF65-F5344CB8AC3E}">
        <p14:creationId xmlns:p14="http://schemas.microsoft.com/office/powerpoint/2010/main" val="687044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2026-10-02T01:44:45.2070000Z</dcterms:created>
  <dcterms:modified xsi:type="dcterms:W3CDTF">2026-10-02T01:44:45.2070000Z</dcterms:modified>
</coreProperties>
</file>