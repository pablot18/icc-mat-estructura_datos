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e000d7780f4c3e" /><Relationship Type="http://schemas.openxmlformats.org/officeDocument/2006/relationships/extended-properties" Target="/docProps/app.xml" Id="R79e1ef5d450f4e65" /><Relationship Type="http://schemas.openxmlformats.org/officeDocument/2006/relationships/officeDocument" Target="/ppt/presentation.xml" Id="R56e6eb4a0d5e41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bb2d6968604f52"/>
  </p:sldMasterIdLst>
  <p:notesMasterIdLst>
    <p:notesMasterId xmlns:r="http://schemas.openxmlformats.org/officeDocument/2006/relationships" r:id="Rcc77b7e677134f7c"/>
  </p:notesMasterIdLst>
  <p:sldIdLst>
    <p:sldId xmlns:r="http://schemas.openxmlformats.org/officeDocument/2006/relationships" id="256" r:id="R76b65e8f7292421d"/>
    <p:sldId xmlns:r="http://schemas.openxmlformats.org/officeDocument/2006/relationships" id="257" r:id="Rcd49ee16c88a4550"/>
    <p:sldId xmlns:r="http://schemas.openxmlformats.org/officeDocument/2006/relationships" id="258" r:id="R2b8a20de75ed4898"/>
    <p:sldId xmlns:r="http://schemas.openxmlformats.org/officeDocument/2006/relationships" id="259" r:id="Rf16adeffe4b94b33"/>
    <p:sldId xmlns:r="http://schemas.openxmlformats.org/officeDocument/2006/relationships" id="260" r:id="Rf556c10da6ee4e8e"/>
    <p:sldId xmlns:r="http://schemas.openxmlformats.org/officeDocument/2006/relationships" id="261" r:id="R9e93b258d26a4fc5"/>
    <p:sldId xmlns:r="http://schemas.openxmlformats.org/officeDocument/2006/relationships" id="262" r:id="R88308edfbc394e49"/>
    <p:sldId xmlns:r="http://schemas.openxmlformats.org/officeDocument/2006/relationships" id="263" r:id="R2a0c7a00ec4d412d"/>
    <p:sldId xmlns:r="http://schemas.openxmlformats.org/officeDocument/2006/relationships" id="264" r:id="R5a6e8e3d1fee482e"/>
    <p:sldId xmlns:r="http://schemas.openxmlformats.org/officeDocument/2006/relationships" id="265" r:id="Rae83edb481ff48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4f57877d44d5d" /><Relationship Type="http://schemas.openxmlformats.org/officeDocument/2006/relationships/slideMaster" Target="/ppt/slideMasters/slideMaster1.xml" Id="Rd2bb2d6968604f52" /><Relationship Type="http://schemas.openxmlformats.org/officeDocument/2006/relationships/notesMaster" Target="/ppt/notesMasters/notesMaster1.xml" Id="Rcc77b7e677134f7c" /><Relationship Type="http://schemas.openxmlformats.org/officeDocument/2006/relationships/presProps" Target="/ppt/presProps.xml" Id="R75acb8539f0c4835" /><Relationship Type="http://schemas.openxmlformats.org/officeDocument/2006/relationships/tableStyles" Target="/ppt/tableStyles.xml" Id="Rb44ff8dda15143dd" /><Relationship Type="http://schemas.openxmlformats.org/officeDocument/2006/relationships/slide" Target="/ppt/slides/slide1.xml" Id="R76b65e8f7292421d" /><Relationship Type="http://schemas.openxmlformats.org/officeDocument/2006/relationships/slide" Target="/ppt/slides/slide2.xml" Id="Rcd49ee16c88a4550" /><Relationship Type="http://schemas.openxmlformats.org/officeDocument/2006/relationships/slide" Target="/ppt/slides/slide3.xml" Id="R2b8a20de75ed4898" /><Relationship Type="http://schemas.openxmlformats.org/officeDocument/2006/relationships/slide" Target="/ppt/slides/slide4.xml" Id="Rf16adeffe4b94b33" /><Relationship Type="http://schemas.openxmlformats.org/officeDocument/2006/relationships/slide" Target="/ppt/slides/slide5.xml" Id="Rf556c10da6ee4e8e" /><Relationship Type="http://schemas.openxmlformats.org/officeDocument/2006/relationships/slide" Target="/ppt/slides/slide6.xml" Id="R9e93b258d26a4fc5" /><Relationship Type="http://schemas.openxmlformats.org/officeDocument/2006/relationships/slide" Target="/ppt/slides/slide7.xml" Id="R88308edfbc394e49" /><Relationship Type="http://schemas.openxmlformats.org/officeDocument/2006/relationships/slide" Target="/ppt/slides/slide8.xml" Id="R2a0c7a00ec4d412d" /><Relationship Type="http://schemas.openxmlformats.org/officeDocument/2006/relationships/slide" Target="/ppt/slides/slide9.xml" Id="R5a6e8e3d1fee482e" /><Relationship Type="http://schemas.openxmlformats.org/officeDocument/2006/relationships/slide" Target="/ppt/slides/slide10.xml" Id="Rae83edb481ff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c459e2cb92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4f2c8bcb294070" /><Relationship Type="http://schemas.openxmlformats.org/officeDocument/2006/relationships/notesMaster" Target="/ppt/notesMasters/notesMaster1.xml" Id="Reeeac6adddf6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e5607eb8f4533" /><Relationship Type="http://schemas.openxmlformats.org/officeDocument/2006/relationships/notesMaster" Target="/ppt/notesMasters/notesMaster1.xml" Id="Rddb18b6a4450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8e8ca2a9e407a" /><Relationship Type="http://schemas.openxmlformats.org/officeDocument/2006/relationships/notesMaster" Target="/ppt/notesMasters/notesMaster1.xml" Id="Rdbac3107342e44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c62fd16fe4fdf" /><Relationship Type="http://schemas.openxmlformats.org/officeDocument/2006/relationships/notesMaster" Target="/ppt/notesMasters/notesMaster1.xml" Id="Rc21e5b6901fd47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41603bea06456d" /><Relationship Type="http://schemas.openxmlformats.org/officeDocument/2006/relationships/notesMaster" Target="/ppt/notesMasters/notesMaster1.xml" Id="Rbcb026288cb3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70e0ab649f4ce5" /><Relationship Type="http://schemas.openxmlformats.org/officeDocument/2006/relationships/notesMaster" Target="/ppt/notesMasters/notesMaster1.xml" Id="Rab504028743d40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f398de9fae4317" /><Relationship Type="http://schemas.openxmlformats.org/officeDocument/2006/relationships/notesMaster" Target="/ppt/notesMasters/notesMaster1.xml" Id="Rc6c7fa35963946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e27f11472f4683" /><Relationship Type="http://schemas.openxmlformats.org/officeDocument/2006/relationships/notesMaster" Target="/ppt/notesMasters/notesMaster1.xml" Id="R96a9349ef9db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b4307075c24a8f" /><Relationship Type="http://schemas.openxmlformats.org/officeDocument/2006/relationships/notesMaster" Target="/ppt/notesMasters/notesMaster1.xml" Id="R9541ffb1d8ab4a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db70977f824199" /><Relationship Type="http://schemas.openxmlformats.org/officeDocument/2006/relationships/notesMaster" Target="/ppt/notesMasters/notesMaster1.xml" Id="Rd313081290af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dbba773194a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5dd477e3843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5b2936f2143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53acfff2249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299c8633948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adf9d0b5a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4D8288-A984-4DAE-822F-750DC66C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7B36F-492C-4690-AB69-AB861040B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C626EB2-D541-4E6C-89D1-496A8070F6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D33761-5F4B-4D8E-BAFF-E5B4A15B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BFC0E2-796D-4A71-9D92-155281B03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CD94E01-950B-45A2-9057-AED4A4E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258A9E-EAC1-4E1F-8819-E67B5AC32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1D794BB-7EA4-4F16-92D9-1AA80DB85F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948E47F-0A8D-448F-B1B6-7093CCCC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99576A-ACAD-4629-9380-D8D30961B0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8CAA0E-AC24-4CB7-956B-CB60073556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CC4706-698F-4703-A49B-66AF99DE1D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04A2B7-21FC-4DE1-8BC6-EFE7F2F8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B35B42-A6D5-4996-92AC-4EF2CC47C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22E8E-42F5-4C56-B3AB-06C7A26D8F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c3c1227e62448d" /><Relationship Type="http://schemas.openxmlformats.org/officeDocument/2006/relationships/slideLayout" Target="/ppt/slideLayouts/slideLayout1.xml" Id="R189058fe8a754aa4" /><Relationship Type="http://schemas.openxmlformats.org/officeDocument/2006/relationships/slideLayout" Target="/ppt/slideLayouts/slideLayout2.xml" Id="Rc0af587091ca4b13" /><Relationship Type="http://schemas.openxmlformats.org/officeDocument/2006/relationships/slideLayout" Target="/ppt/slideLayouts/slideLayout3.xml" Id="R8663bc409f2c4c37" /><Relationship Type="http://schemas.openxmlformats.org/officeDocument/2006/relationships/slideLayout" Target="/ppt/slideLayouts/slideLayout4.xml" Id="R1cbfc76eb55e416b" /><Relationship Type="http://schemas.openxmlformats.org/officeDocument/2006/relationships/slideLayout" Target="/ppt/slideLayouts/slideLayout5.xml" Id="R416072036cc34ecc" /><Relationship Type="http://schemas.openxmlformats.org/officeDocument/2006/relationships/slideLayout" Target="/ppt/slideLayouts/slideLayout6.xml" Id="Rb0c2d010f181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058fe8a754aa4"/>
    <p:sldLayoutId xmlns:r="http://schemas.openxmlformats.org/officeDocument/2006/relationships" id="2147483650" r:id="Rc0af587091ca4b13"/>
    <p:sldLayoutId xmlns:r="http://schemas.openxmlformats.org/officeDocument/2006/relationships" id="2147483651" r:id="R8663bc409f2c4c37"/>
    <p:sldLayoutId xmlns:r="http://schemas.openxmlformats.org/officeDocument/2006/relationships" id="2147483652" r:id="R1cbfc76eb55e416b"/>
    <p:sldLayoutId xmlns:r="http://schemas.openxmlformats.org/officeDocument/2006/relationships" id="2147483653" r:id="R416072036cc34ecc"/>
    <p:sldLayoutId xmlns:r="http://schemas.openxmlformats.org/officeDocument/2006/relationships" id="2147483654" r:id="Rb0c2d010f181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ecf205e434916" /><Relationship Type="http://schemas.openxmlformats.org/officeDocument/2006/relationships/image" Target="/ppt/media/image.png" Id="Rd1a94630a5564033" /><Relationship Type="http://schemas.openxmlformats.org/officeDocument/2006/relationships/notesSlide" Target="/ppt/notesSlides/notesSlide1.xml" Id="Rd8d2f31e0a4042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4479361684429" /><Relationship Type="http://schemas.openxmlformats.org/officeDocument/2006/relationships/notesSlide" Target="/ppt/notesSlides/notesSlide2.xml" Id="R9329a28291bb4c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dd69b671b4e3e" /><Relationship Type="http://schemas.openxmlformats.org/officeDocument/2006/relationships/notesSlide" Target="/ppt/notesSlides/notesSlide3.xml" Id="R41fdfb2e48284a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4209236054843" /><Relationship Type="http://schemas.openxmlformats.org/officeDocument/2006/relationships/notesSlide" Target="/ppt/notesSlides/notesSlide4.xml" Id="R46dc6e4c631f4c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e50e763e841d4" /><Relationship Type="http://schemas.openxmlformats.org/officeDocument/2006/relationships/notesSlide" Target="/ppt/notesSlides/notesSlide5.xml" Id="R358cbc5a6fd248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25330dab34629" /><Relationship Type="http://schemas.openxmlformats.org/officeDocument/2006/relationships/notesSlide" Target="/ppt/notesSlides/notesSlide6.xml" Id="R4a0e8c82bc5044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cc51c9b5f4535" /><Relationship Type="http://schemas.openxmlformats.org/officeDocument/2006/relationships/notesSlide" Target="/ppt/notesSlides/notesSlide7.xml" Id="R9cea2a2d475a43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e5fd24ddb430c" /><Relationship Type="http://schemas.openxmlformats.org/officeDocument/2006/relationships/notesSlide" Target="/ppt/notesSlides/notesSlide8.xml" Id="Rfea95125ea2d48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4a5527b14439d" /><Relationship Type="http://schemas.openxmlformats.org/officeDocument/2006/relationships/notesSlide" Target="/ppt/notesSlides/notesSlide9.xml" Id="R454ac7248cbc4f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d0a7795004675" /><Relationship Type="http://schemas.openxmlformats.org/officeDocument/2006/relationships/notesSlide" Target="/ppt/notesSlides/notesSlide10.xml" Id="Rb6b6f65a2a0849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94630a5564033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18919-5F92-4626-9C98-0B84812C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D9B5-C032-46BB-9CE8-6A4DCE3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Análisis y experimentación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E87C6-C18C-4C06-BB22-53F02AA1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574F6-6C60-4AB7-9B05-2724364D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1 · 1.3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CCDC3-9991-4315-A37A-C127C526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660671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B73CD-6A0C-4894-B2A7-C148673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3F302-1A4F-4427-B64B-CF52408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9A8CD-C833-4D9E-8F05-2D202718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03017-3A46-4B5E-95DF-00A4E40A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8D0C8-FF3F-40A8-B8D1-26710160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Contrato, corrección y costo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Conteo de algoritmos equivalentes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Diseño de una medición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Interpretación de resultados</a:t>
            </a:r>
          </a:p>
        </p:txBody>
      </p:sp>
    </p:spTree>
    <p:extLst>
      <p:ext uri="{BB962C8B-B14F-4D97-AF65-F5344CB8AC3E}">
        <p14:creationId xmlns:p14="http://schemas.microsoft.com/office/powerpoint/2010/main" val="37143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4AE74-D350-4C6E-BF9E-4F712AC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CEF17-76FE-4853-BE3D-D4F56E79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e invariante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27F7F-8057-4943-8EAF-D8EF98F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F0C23-103F-439E-8520-2E927A2B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D45C7-D317-4570-AB02-FD593250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BC514-2D15-44D0-9B15-F2D068A1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contrato define entradas, salida y errores.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CCE14-A2EA-4777-9592-701AB2C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080FE-744C-459F-95E1-662E8570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invariante se cumple al inicio y se conserva entre iteraciones.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2C34-196E-4168-BFE7-589F807D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FA44A-4162-4995-96E4-2766061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terminación permite conectar el invariante con la salida requerida.</a:t>
            </a:r>
          </a:p>
        </p:txBody>
      </p:sp>
    </p:spTree>
    <p:extLst>
      <p:ext uri="{BB962C8B-B14F-4D97-AF65-F5344CB8AC3E}">
        <p14:creationId xmlns:p14="http://schemas.microsoft.com/office/powerpoint/2010/main" val="225922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3F42A-F305-4775-96DA-80714474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DAA39-BC35-4E10-A164-4A3A31E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Algoritmos equivalentes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82FC0-EF5C-445E-B254-1692B06D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81218-58E1-42B6-9698-F636361F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00BBE-6374-4D79-A9D4-79FB4F2B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1450-836D-4130-B255-24EA110F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Sumar 1…n con bucle requiere n adiciones.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33283-44A7-4514-858E-A7FDB14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56929-4693-49FF-B933-2091781F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fórmula n(n+1)/2 usa operaciones constantes bajo palabra fija.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12D85-9583-4A08-89B3-DE0EDF7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4E854-C71A-454F-82DC-AB312354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dominio y los tipos deben evitar desbordamiento durante el producto.</a:t>
            </a:r>
          </a:p>
        </p:txBody>
      </p:sp>
    </p:spTree>
    <p:extLst>
      <p:ext uri="{BB962C8B-B14F-4D97-AF65-F5344CB8AC3E}">
        <p14:creationId xmlns:p14="http://schemas.microsoft.com/office/powerpoint/2010/main" val="334190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6B596-FB56-4D86-91EA-44DC64D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3BB2B-FC6E-4D87-98E9-3AE3483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Medición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D362B-31CB-47CA-A668-0FFB53AB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E106-B044-4B51-AF8E-1127BBE2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C335-721A-431D-8260-F9FB6E84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5142B-37D5-4517-ACD9-B8B4DFB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y copias se preparan antes del cronómetro.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C0F70-098E-420A-A9CE-2BB4B19F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60450-A6ED-4B3E-A569-2B796E9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Calentamiento, repeticiones y mediana reducen interpretaciones engañosas.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78609-6196-4554-8C8A-06712AB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51DFF-CDA6-407C-A843-8821AA24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conteos fundamentan el crecimiento. Los tiempos describen un entorno concreto.</a:t>
            </a:r>
          </a:p>
        </p:txBody>
      </p:sp>
    </p:spTree>
    <p:extLst>
      <p:ext uri="{BB962C8B-B14F-4D97-AF65-F5344CB8AC3E}">
        <p14:creationId xmlns:p14="http://schemas.microsoft.com/office/powerpoint/2010/main" val="482582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C5C9B-8C23-41B3-B090-EB23720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67674-114B-4F66-B4F1-AB83A5D6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5E8DB-7405-4A53-A3AE-412F3F70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5143B-EF5B-4BCB-9549-3A35687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Suma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Adiciones del bucle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732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EAA67-1D5B-4A03-B84A-9CC52B5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9FECB-D44A-435B-86B5-AFD8C078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898DF-167F-4B3F-BF9C-D4CF5F4A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F67A4-5E66-42A1-A44B-C178627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78ACD-6FF9-4B23-84BD-E1427AF3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long sumLoop(int n)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(n &lt; 0 || n &gt; 1000000) throw new IllegalArgumentException("fuera de rango");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long total = 0;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i = 1; i &lt;= n; i++) total += i;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total;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8046E-5AEF-45EE-972E-E4BA406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734826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44EF8-94FE-48FE-BB5E-44380290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E452B-FD92-4AD4-BF79-5B91E445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A1C1C-AC4C-4363-B67B-02C345DF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EE316-0B39-4A64-9ECE-A898937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944F9-4E9F-4BFA-AC5E-467BA16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Compara dos algoritmos propios para detectar duplicados: pares i&lt;j y ordenación de una copia seguida de recorrido. Verifica corrección antes de medir. Usa entradas con y sin repetidos y registra conteos separados de tiempos.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0BB3B-A393-44B8-B513-DEDA6E2F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evidencias/PC1.3.md.</a:t>
            </a:r>
          </a:p>
        </p:txBody>
      </p:sp>
    </p:spTree>
    <p:extLst>
      <p:ext uri="{BB962C8B-B14F-4D97-AF65-F5344CB8AC3E}">
        <p14:creationId xmlns:p14="http://schemas.microsoft.com/office/powerpoint/2010/main" val="1742422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793F-C570-4363-9090-86800D1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A14B3-EC9A-4269-B5ED-53346B0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34EF4-FF3D-489A-9EC1-8791489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6E5BC-331A-4C08-B9D0-1AAFAB00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[3,1,3]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hay duplicados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hay duplicados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 y [1]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hay duplicados; sin accesos inválidos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872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1852-4956-4123-A1C9-0E52970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1184B-E50E-4435-861C-5C1113C6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10AB-9550-4FDC-9105-DA084664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A8851-D625-4764-B0F5-838359A4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06C9E-27E5-4EC0-956E-C8DE342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Antes de medir, establece entradas válidas, salida, cambios permitidos y errores. Un algoritmo rápido que produce una salida incorrecta no resuelve 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conteos explican tendencias y las mediciones describen un entorno concreto. Una prueba con tres tamaños no demuestra una cota asintótica.</a:t>
            </a:r>
          </a:p>
        </p:txBody>
      </p:sp>
    </p:spTree>
    <p:extLst>
      <p:ext uri="{BB962C8B-B14F-4D97-AF65-F5344CB8AC3E}">
        <p14:creationId xmlns:p14="http://schemas.microsoft.com/office/powerpoint/2010/main" val="544487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2026-10-02T01:43:24.8130000Z</dcterms:created>
  <dcterms:modified xsi:type="dcterms:W3CDTF">2026-10-02T01:43:24.8130000Z</dcterms:modified>
</coreProperties>
</file>