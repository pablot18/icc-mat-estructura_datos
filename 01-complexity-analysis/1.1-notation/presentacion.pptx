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19d0acdb8049fb" /><Relationship Type="http://schemas.openxmlformats.org/officeDocument/2006/relationships/extended-properties" Target="/docProps/app.xml" Id="R1a51058828d34866" /><Relationship Type="http://schemas.openxmlformats.org/officeDocument/2006/relationships/officeDocument" Target="/ppt/presentation.xml" Id="Rf6e810dd0f5845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5737c5af1446a5"/>
  </p:sldMasterIdLst>
  <p:notesMasterIdLst>
    <p:notesMasterId xmlns:r="http://schemas.openxmlformats.org/officeDocument/2006/relationships" r:id="R54010b63398e4a3b"/>
  </p:notesMasterIdLst>
  <p:sldIdLst>
    <p:sldId xmlns:r="http://schemas.openxmlformats.org/officeDocument/2006/relationships" id="256" r:id="R64e3e56ae57845b9"/>
    <p:sldId xmlns:r="http://schemas.openxmlformats.org/officeDocument/2006/relationships" id="257" r:id="R138ef44463bd431d"/>
    <p:sldId xmlns:r="http://schemas.openxmlformats.org/officeDocument/2006/relationships" id="258" r:id="R6b623565507c4fd6"/>
    <p:sldId xmlns:r="http://schemas.openxmlformats.org/officeDocument/2006/relationships" id="259" r:id="Rd94e188c294b4882"/>
    <p:sldId xmlns:r="http://schemas.openxmlformats.org/officeDocument/2006/relationships" id="260" r:id="Rdbe958766d4042ec"/>
    <p:sldId xmlns:r="http://schemas.openxmlformats.org/officeDocument/2006/relationships" id="261" r:id="R64bfe401a3814296"/>
    <p:sldId xmlns:r="http://schemas.openxmlformats.org/officeDocument/2006/relationships" id="262" r:id="Rcbe8df9d1a2b4c6f"/>
    <p:sldId xmlns:r="http://schemas.openxmlformats.org/officeDocument/2006/relationships" id="263" r:id="Ra6ff78ff01494009"/>
    <p:sldId xmlns:r="http://schemas.openxmlformats.org/officeDocument/2006/relationships" id="264" r:id="Rc1ceee96bc2e4ede"/>
    <p:sldId xmlns:r="http://schemas.openxmlformats.org/officeDocument/2006/relationships" id="265" r:id="R2f6abbff2e0244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a716eefac64cc0" /><Relationship Type="http://schemas.openxmlformats.org/officeDocument/2006/relationships/slideMaster" Target="/ppt/slideMasters/slideMaster1.xml" Id="Rae5737c5af1446a5" /><Relationship Type="http://schemas.openxmlformats.org/officeDocument/2006/relationships/notesMaster" Target="/ppt/notesMasters/notesMaster1.xml" Id="R54010b63398e4a3b" /><Relationship Type="http://schemas.openxmlformats.org/officeDocument/2006/relationships/presProps" Target="/ppt/presProps.xml" Id="Rece9e781de2f47be" /><Relationship Type="http://schemas.openxmlformats.org/officeDocument/2006/relationships/tableStyles" Target="/ppt/tableStyles.xml" Id="R77d20cc65f7d4cba" /><Relationship Type="http://schemas.openxmlformats.org/officeDocument/2006/relationships/slide" Target="/ppt/slides/slide1.xml" Id="R64e3e56ae57845b9" /><Relationship Type="http://schemas.openxmlformats.org/officeDocument/2006/relationships/slide" Target="/ppt/slides/slide2.xml" Id="R138ef44463bd431d" /><Relationship Type="http://schemas.openxmlformats.org/officeDocument/2006/relationships/slide" Target="/ppt/slides/slide3.xml" Id="R6b623565507c4fd6" /><Relationship Type="http://schemas.openxmlformats.org/officeDocument/2006/relationships/slide" Target="/ppt/slides/slide4.xml" Id="Rd94e188c294b4882" /><Relationship Type="http://schemas.openxmlformats.org/officeDocument/2006/relationships/slide" Target="/ppt/slides/slide5.xml" Id="Rdbe958766d4042ec" /><Relationship Type="http://schemas.openxmlformats.org/officeDocument/2006/relationships/slide" Target="/ppt/slides/slide6.xml" Id="R64bfe401a3814296" /><Relationship Type="http://schemas.openxmlformats.org/officeDocument/2006/relationships/slide" Target="/ppt/slides/slide7.xml" Id="Rcbe8df9d1a2b4c6f" /><Relationship Type="http://schemas.openxmlformats.org/officeDocument/2006/relationships/slide" Target="/ppt/slides/slide8.xml" Id="Ra6ff78ff01494009" /><Relationship Type="http://schemas.openxmlformats.org/officeDocument/2006/relationships/slide" Target="/ppt/slides/slide9.xml" Id="Rc1ceee96bc2e4ede" /><Relationship Type="http://schemas.openxmlformats.org/officeDocument/2006/relationships/slide" Target="/ppt/slides/slide10.xml" Id="R2f6abbff2e0244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7807989e4d45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f0958a8cd94758" /><Relationship Type="http://schemas.openxmlformats.org/officeDocument/2006/relationships/notesMaster" Target="/ppt/notesMasters/notesMaster1.xml" Id="R7874a613cadb4c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a62b05962a47dd" /><Relationship Type="http://schemas.openxmlformats.org/officeDocument/2006/relationships/notesMaster" Target="/ppt/notesMasters/notesMaster1.xml" Id="Rc12cfaf6b59d40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077171616749e1" /><Relationship Type="http://schemas.openxmlformats.org/officeDocument/2006/relationships/notesMaster" Target="/ppt/notesMasters/notesMaster1.xml" Id="R0c19a5fea77e4e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e44c0ad8a44209" /><Relationship Type="http://schemas.openxmlformats.org/officeDocument/2006/relationships/notesMaster" Target="/ppt/notesMasters/notesMaster1.xml" Id="Rb1c0a5ed965045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42b0ecf2354cfc" /><Relationship Type="http://schemas.openxmlformats.org/officeDocument/2006/relationships/notesMaster" Target="/ppt/notesMasters/notesMaster1.xml" Id="Rd278cadcb4a545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eecdd092c444a8" /><Relationship Type="http://schemas.openxmlformats.org/officeDocument/2006/relationships/notesMaster" Target="/ppt/notesMasters/notesMaster1.xml" Id="R4c004cbc21f640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cdb96acfcf4f64" /><Relationship Type="http://schemas.openxmlformats.org/officeDocument/2006/relationships/notesMaster" Target="/ppt/notesMasters/notesMaster1.xml" Id="Re0ef6313651047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792adbba67469c" /><Relationship Type="http://schemas.openxmlformats.org/officeDocument/2006/relationships/notesMaster" Target="/ppt/notesMasters/notesMaster1.xml" Id="Rdf52a288897142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ccada841bb40fb" /><Relationship Type="http://schemas.openxmlformats.org/officeDocument/2006/relationships/notesMaster" Target="/ppt/notesMasters/notesMaster1.xml" Id="R108d478e428d42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872f403b2b4c99" /><Relationship Type="http://schemas.openxmlformats.org/officeDocument/2006/relationships/notesMaster" Target="/ppt/notesMasters/notesMaster1.xml" Id="Ra443c805d1b545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31f4b3b9344d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5587e67c4f46f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504256c2ca44f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6b1bc35f35417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83fcd68da9423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d2e18b3c6642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A7CA516-7373-4916-A292-35335B30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490C485-FAD3-4704-A4B4-5613D6BF75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87013A8-547A-40BE-B77D-93FB1190502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0675A7A-70FF-4BB2-B8CE-9B0A37C9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D946A2E-B26A-4C4F-A8E0-B9996C871B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5CA4D3C-F7BF-49A3-AD9F-FBDDEAE4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746ACF8-7B34-4B97-BCFB-80C38C8AF8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50FB429-2C2E-4EE5-853C-1D155126BB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62EC691-C527-446E-8CC9-66DD5E79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5BC05F2-0A21-4FFB-840C-FC59CFD2DD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637EB3-A54A-4DBA-B846-6EA0C4E5B5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B6A0967-884A-4BE8-9AA4-11F12E9ABC5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2544C4C-C709-4E02-96AD-803C2039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B78DEF9-CD42-4FC2-82D1-A2F7D1BF6F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E40D7F-7B42-4A8C-859C-428220EAD9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d678cbe3734daf" /><Relationship Type="http://schemas.openxmlformats.org/officeDocument/2006/relationships/slideLayout" Target="/ppt/slideLayouts/slideLayout1.xml" Id="Re8d4e04297d04a52" /><Relationship Type="http://schemas.openxmlformats.org/officeDocument/2006/relationships/slideLayout" Target="/ppt/slideLayouts/slideLayout2.xml" Id="Raf15ffbc6fd240b4" /><Relationship Type="http://schemas.openxmlformats.org/officeDocument/2006/relationships/slideLayout" Target="/ppt/slideLayouts/slideLayout3.xml" Id="Rfd3b34170a604579" /><Relationship Type="http://schemas.openxmlformats.org/officeDocument/2006/relationships/slideLayout" Target="/ppt/slideLayouts/slideLayout4.xml" Id="R280d21f130d64a44" /><Relationship Type="http://schemas.openxmlformats.org/officeDocument/2006/relationships/slideLayout" Target="/ppt/slideLayouts/slideLayout5.xml" Id="R283eed14bbd545ed" /><Relationship Type="http://schemas.openxmlformats.org/officeDocument/2006/relationships/slideLayout" Target="/ppt/slideLayouts/slideLayout6.xml" Id="R203a7958c8b044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d4e04297d04a52"/>
    <p:sldLayoutId xmlns:r="http://schemas.openxmlformats.org/officeDocument/2006/relationships" id="2147483650" r:id="Raf15ffbc6fd240b4"/>
    <p:sldLayoutId xmlns:r="http://schemas.openxmlformats.org/officeDocument/2006/relationships" id="2147483651" r:id="Rfd3b34170a604579"/>
    <p:sldLayoutId xmlns:r="http://schemas.openxmlformats.org/officeDocument/2006/relationships" id="2147483652" r:id="R280d21f130d64a44"/>
    <p:sldLayoutId xmlns:r="http://schemas.openxmlformats.org/officeDocument/2006/relationships" id="2147483653" r:id="R283eed14bbd545ed"/>
    <p:sldLayoutId xmlns:r="http://schemas.openxmlformats.org/officeDocument/2006/relationships" id="2147483654" r:id="R203a7958c8b044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9b181833d44a7a" /><Relationship Type="http://schemas.openxmlformats.org/officeDocument/2006/relationships/image" Target="/ppt/media/image.png" Id="R6a50a6b30b4e49ca" /><Relationship Type="http://schemas.openxmlformats.org/officeDocument/2006/relationships/notesSlide" Target="/ppt/notesSlides/notesSlide1.xml" Id="Rcb1510e776fb4f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4e26049f5844be" /><Relationship Type="http://schemas.openxmlformats.org/officeDocument/2006/relationships/notesSlide" Target="/ppt/notesSlides/notesSlide2.xml" Id="R1a5fec41b0db46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9a18921f1545f6" /><Relationship Type="http://schemas.openxmlformats.org/officeDocument/2006/relationships/notesSlide" Target="/ppt/notesSlides/notesSlide3.xml" Id="Rd568874f229141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5090dbd9b3433b" /><Relationship Type="http://schemas.openxmlformats.org/officeDocument/2006/relationships/notesSlide" Target="/ppt/notesSlides/notesSlide4.xml" Id="Rf6be753ae98848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d07fe944e94483" /><Relationship Type="http://schemas.openxmlformats.org/officeDocument/2006/relationships/notesSlide" Target="/ppt/notesSlides/notesSlide5.xml" Id="Rdf2045b8df344a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fe06e742454d84" /><Relationship Type="http://schemas.openxmlformats.org/officeDocument/2006/relationships/notesSlide" Target="/ppt/notesSlides/notesSlide6.xml" Id="Rcb4d6b96770943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f5a0c77f29478c" /><Relationship Type="http://schemas.openxmlformats.org/officeDocument/2006/relationships/notesSlide" Target="/ppt/notesSlides/notesSlide7.xml" Id="R93d7ed5eab0f4e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d66994de42459e" /><Relationship Type="http://schemas.openxmlformats.org/officeDocument/2006/relationships/notesSlide" Target="/ppt/notesSlides/notesSlide8.xml" Id="R07c93b46904645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ce0477863c4e4a" /><Relationship Type="http://schemas.openxmlformats.org/officeDocument/2006/relationships/notesSlide" Target="/ppt/notesSlides/notesSlide9.xml" Id="R0680a806e64141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2bcb8ea9c04c4d" /><Relationship Type="http://schemas.openxmlformats.org/officeDocument/2006/relationships/notesSlide" Target="/ppt/notesSlides/notesSlide10.xml" Id="Rb8a200bf487e41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0a6b30b4e49ca"/>
          <a:stretch xmlns:a="http://schemas.openxmlformats.org/drawingml/2006/main"/>
        </p:blipFill>
        <p:spPr>
          <a:xfrm xmlns:a="http://schemas.openxmlformats.org/drawingml/2006/main">
            <a:off x="609600" y="534507"/>
            <a:ext cx="7048500" cy="11598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62472-1092-490E-80BB-6F931D99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Estructura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6A166-ADC8-48E6-8617-55B38C75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1066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Notación asintótica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127EFA-4C5E-4590-80BD-BE25F34F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70C66-514E-4E30-B2EA-F763CF31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Unidad 1 · 1.1 · Java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01705-32CC-411B-9B78-B457921E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17740274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612369-99EB-4FF6-9B3A-62F87587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CD751-5999-4F33-80E5-6471F71C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¿Qué aprenderemos hoy?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7182A-9F61-42EA-A410-984BE439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C42EE-221E-4B01-99C6-061F61E9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FE4B7-1A77-49B6-926B-F42441F3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76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1. Modelo de costo y tamaño de entrada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2. Cotas O, Ω y 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3. Conteo exacto y términos dominantes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4. Espacio auxiliar</a:t>
            </a:r>
          </a:p>
        </p:txBody>
      </p:sp>
    </p:spTree>
    <p:extLst>
      <p:ext uri="{BB962C8B-B14F-4D97-AF65-F5344CB8AC3E}">
        <p14:creationId xmlns:p14="http://schemas.microsoft.com/office/powerpoint/2010/main" val="12943042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07E21B-2CC8-4DAB-B996-92627FCA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1475A-7616-456E-965B-70CC1797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Tamaño y operación básica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54887-D65D-4243-8F0F-F9E19450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09611-1DE9-4DD5-8410-C0022866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E44B3-606B-4458-9D06-3FBB1F9F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7AAB9E-DE75-4977-943E-5D16A225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n describe el tamaño de la entrada.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DC6A8C-5FBA-41F2-8502-7D217562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8F1802-2B86-4D0B-BD75-B126B0DE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 conteo debe identificar una operación concreta: comparación, acceso o asignación.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A35E36-4A67-4401-BA63-0546E572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64C695-1F05-44AF-BD16-A71392FC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Los segundos observados también dependen del entorno.</a:t>
            </a:r>
          </a:p>
        </p:txBody>
      </p:sp>
    </p:spTree>
    <p:extLst>
      <p:ext uri="{BB962C8B-B14F-4D97-AF65-F5344CB8AC3E}">
        <p14:creationId xmlns:p14="http://schemas.microsoft.com/office/powerpoint/2010/main" val="9235146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42BA53-7F8B-42C3-954E-5CB5CA73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7A8B4-14D5-4C09-AD6B-F96A7D53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Cotas asintóticas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2E1682-AA26-4821-AF9F-7264EF7E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6EDEF-987D-4EA6-A0D0-CC8B221A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861F1-FE5B-4BE0-B04E-62222E5E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4C292-95A3-4716-B50A-FED6D917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O: cota superior. Ω: cota inferior. Θ: ambas.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FDC018-4883-4F28-8AE2-E8243162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4C8538-AD89-43CC-9D69-C171B50C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Para n≥1, 3n ≤ 3n+2 ≤ 5n. Por tanto, 3n+2 ∈ Θ(n).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27CFB-9191-41E9-871E-3793FEAC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C13B20-0CF9-4E00-B177-F792D3B9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cota se aplica a una función de costo. No define por sí sola mejor o peor caso.</a:t>
            </a:r>
          </a:p>
        </p:txBody>
      </p:sp>
    </p:spTree>
    <p:extLst>
      <p:ext uri="{BB962C8B-B14F-4D97-AF65-F5344CB8AC3E}">
        <p14:creationId xmlns:p14="http://schemas.microsoft.com/office/powerpoint/2010/main" val="11816697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3D772B-B6D8-4D3A-8661-6965FF85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DE12C-210F-4F42-A303-2A08EB60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Tiempo y espacio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7A8C0-66FD-49EC-9EEF-914E5DD2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E35EC-C8AF-4878-B7EB-FEA8A558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3BB25-E8F9-4ED4-8316-534337D6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3C759-D38E-4C10-ADE7-DE0B6015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Dos recorridos consecutivos: Θ(n). Dos bucles independientes anidados: Θ(n²).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FFD7D8-16A9-4AE8-928A-A1C8DD16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87133-FDB2-41FB-8C0F-A3878541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 acumulador: Θ(1) memoria adicional. Una copia de n elementos: Θ(n).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0FDBC-54C3-42E6-BFED-7342844D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F894BE-5607-4934-87C6-5A1D9A2B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pila de llamadas también cuenta como espacio auxiliar.</a:t>
            </a:r>
          </a:p>
        </p:txBody>
      </p:sp>
    </p:spTree>
    <p:extLst>
      <p:ext uri="{BB962C8B-B14F-4D97-AF65-F5344CB8AC3E}">
        <p14:creationId xmlns:p14="http://schemas.microsoft.com/office/powerpoint/2010/main" val="19570785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BC24E-EE08-4F43-A9F2-6BC48787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7F310-8A53-480F-B639-14C72E21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Traza de referencia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8B001-CAE1-4F5C-AAFC-3BDB326A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3AE9C-AB2A-4BB7-A2E9-619C05C0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Comparaciones de recorrido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3n+2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26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50082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30E28-DBBA-49AB-A0E5-0A8EC111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9BF14-5CF6-40A4-84F2-A399D0A4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Demostración en Java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805143-C55F-4E4C-88A0-B7F49F23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21A7A-EE8E-4FDC-AE5A-032800B3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E45C6-A635-4275-964D-CCBC2EC9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57325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static int visits(int[] a) {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int count = 0;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for (int value : a) count++;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return count;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0FCD4E-6E7F-48CB-BFC7-B0368E48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Fragmento de la demostración. Código completo y ejecución en el material Java.</a:t>
            </a:r>
          </a:p>
        </p:txBody>
      </p:sp>
    </p:spTree>
    <p:extLst>
      <p:ext uri="{BB962C8B-B14F-4D97-AF65-F5344CB8AC3E}">
        <p14:creationId xmlns:p14="http://schemas.microsoft.com/office/powerpoint/2010/main" val="10779880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C4F68-A0DB-4FD6-9BCA-1DBF48BC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CB70F-BBCB-41C8-8F03-DAFFDD06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Práctica de clase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F1A79-BB2C-4872-9A54-C421F3F7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C6D55-EC31-45FF-B661-AEF89421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4A729-20E0-4BD0-B02E-21EDB755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6680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Implementa un contador de comparaciones para encontrar el primer índice de un valor. Devuelve -1 si no existe. Separa el contador del resultado y justifica mejor y peor caso sin usar tiempos como prueba de una cota.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F098E-1A4B-4DFD-90D0-9090DD0B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Evidencia: casos ejecutados, explicación de costos y commits reales.</a:t>
            </a:r>
          </a:p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Entrega: una versión. Registro en evidencias/PC1.1.md.</a:t>
            </a:r>
          </a:p>
        </p:txBody>
      </p:sp>
    </p:spTree>
    <p:extLst>
      <p:ext uri="{BB962C8B-B14F-4D97-AF65-F5344CB8AC3E}">
        <p14:creationId xmlns:p14="http://schemas.microsoft.com/office/powerpoint/2010/main" val="18109746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BB0F5-7A45-4FB6-81E1-88F78EA8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F900D-DDDD-4D79-B33D-DFDBAE09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 de la 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9C834-D640-4AEE-A95C-EA10749B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1F14D-1ED7-442A-871E-72AAAC03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Entrada o escenario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Resultado exigido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[4,8,2], objetivo 4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índice 0; 1 comparación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[4,8,2], objetivo 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-1; 3 comparaciones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[], objetivo 4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-1; 0 comparaciones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34410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F0C811-8B6E-41E4-8C8D-26180A17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800D6-F31E-4FBD-8B03-9EFF98DE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Lo esencial de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2582F-C34E-410F-B70F-9C0DB040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6A5C30-86C7-4D48-B7FC-1AEC886F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22582-3AE3-4116-BC3D-D9924B08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668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complejidad expresa cómo crece el trabajo al aumentar la entrada. Antes de contar, define n y una operación básica.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Separa la memoria de la entrada de la memoria adicional. Un acumulador requiere Θ(1) espacio auxiliar.</a:t>
            </a:r>
          </a:p>
        </p:txBody>
      </p:sp>
    </p:spTree>
    <p:extLst>
      <p:ext uri="{BB962C8B-B14F-4D97-AF65-F5344CB8AC3E}">
        <p14:creationId xmlns:p14="http://schemas.microsoft.com/office/powerpoint/2010/main" val="5325458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2026-10-02T01:43:14.1170000Z</dcterms:created>
  <dcterms:modified xsi:type="dcterms:W3CDTF">2026-10-02T01:43:14.1170000Z</dcterms:modified>
</coreProperties>
</file>