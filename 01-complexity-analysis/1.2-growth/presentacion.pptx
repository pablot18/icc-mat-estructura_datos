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5f394ca86042a8" /><Relationship Type="http://schemas.openxmlformats.org/officeDocument/2006/relationships/extended-properties" Target="/docProps/app.xml" Id="R57988dd81be3489e" /><Relationship Type="http://schemas.openxmlformats.org/officeDocument/2006/relationships/officeDocument" Target="/ppt/presentation.xml" Id="R198d7bb9ebd44a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7aa1135ea4409"/>
  </p:sldMasterIdLst>
  <p:notesMasterIdLst>
    <p:notesMasterId xmlns:r="http://schemas.openxmlformats.org/officeDocument/2006/relationships" r:id="Rde7e7dac0b1e48c3"/>
  </p:notesMasterIdLst>
  <p:sldIdLst>
    <p:sldId xmlns:r="http://schemas.openxmlformats.org/officeDocument/2006/relationships" id="256" r:id="R8182c8bd402c443d"/>
    <p:sldId xmlns:r="http://schemas.openxmlformats.org/officeDocument/2006/relationships" id="257" r:id="R186367a5756a4045"/>
    <p:sldId xmlns:r="http://schemas.openxmlformats.org/officeDocument/2006/relationships" id="258" r:id="R718e563fb6a541a6"/>
    <p:sldId xmlns:r="http://schemas.openxmlformats.org/officeDocument/2006/relationships" id="259" r:id="R5e0a3a8030374a1c"/>
    <p:sldId xmlns:r="http://schemas.openxmlformats.org/officeDocument/2006/relationships" id="260" r:id="R9feb1dfe8b55434e"/>
    <p:sldId xmlns:r="http://schemas.openxmlformats.org/officeDocument/2006/relationships" id="261" r:id="R43b64203512b45e4"/>
    <p:sldId xmlns:r="http://schemas.openxmlformats.org/officeDocument/2006/relationships" id="262" r:id="Rc424403c8b304e2e"/>
    <p:sldId xmlns:r="http://schemas.openxmlformats.org/officeDocument/2006/relationships" id="263" r:id="Raa1eaa721bf846bb"/>
    <p:sldId xmlns:r="http://schemas.openxmlformats.org/officeDocument/2006/relationships" id="264" r:id="R01a8c02ca0164dbd"/>
    <p:sldId xmlns:r="http://schemas.openxmlformats.org/officeDocument/2006/relationships" id="265" r:id="R17b4c1c5eed548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8ba8c41a44ea1" /><Relationship Type="http://schemas.openxmlformats.org/officeDocument/2006/relationships/slideMaster" Target="/ppt/slideMasters/slideMaster1.xml" Id="Ra657aa1135ea4409" /><Relationship Type="http://schemas.openxmlformats.org/officeDocument/2006/relationships/notesMaster" Target="/ppt/notesMasters/notesMaster1.xml" Id="Rde7e7dac0b1e48c3" /><Relationship Type="http://schemas.openxmlformats.org/officeDocument/2006/relationships/presProps" Target="/ppt/presProps.xml" Id="Re24d27f3b4b24f43" /><Relationship Type="http://schemas.openxmlformats.org/officeDocument/2006/relationships/tableStyles" Target="/ppt/tableStyles.xml" Id="Rbab4f616cf164b21" /><Relationship Type="http://schemas.openxmlformats.org/officeDocument/2006/relationships/slide" Target="/ppt/slides/slide1.xml" Id="R8182c8bd402c443d" /><Relationship Type="http://schemas.openxmlformats.org/officeDocument/2006/relationships/slide" Target="/ppt/slides/slide2.xml" Id="R186367a5756a4045" /><Relationship Type="http://schemas.openxmlformats.org/officeDocument/2006/relationships/slide" Target="/ppt/slides/slide3.xml" Id="R718e563fb6a541a6" /><Relationship Type="http://schemas.openxmlformats.org/officeDocument/2006/relationships/slide" Target="/ppt/slides/slide4.xml" Id="R5e0a3a8030374a1c" /><Relationship Type="http://schemas.openxmlformats.org/officeDocument/2006/relationships/slide" Target="/ppt/slides/slide5.xml" Id="R9feb1dfe8b55434e" /><Relationship Type="http://schemas.openxmlformats.org/officeDocument/2006/relationships/slide" Target="/ppt/slides/slide6.xml" Id="R43b64203512b45e4" /><Relationship Type="http://schemas.openxmlformats.org/officeDocument/2006/relationships/slide" Target="/ppt/slides/slide7.xml" Id="Rc424403c8b304e2e" /><Relationship Type="http://schemas.openxmlformats.org/officeDocument/2006/relationships/slide" Target="/ppt/slides/slide8.xml" Id="Raa1eaa721bf846bb" /><Relationship Type="http://schemas.openxmlformats.org/officeDocument/2006/relationships/slide" Target="/ppt/slides/slide9.xml" Id="R01a8c02ca0164dbd" /><Relationship Type="http://schemas.openxmlformats.org/officeDocument/2006/relationships/slide" Target="/ppt/slides/slide10.xml" Id="R17b4c1c5eed5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e26444e44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883e94799f49f8" /><Relationship Type="http://schemas.openxmlformats.org/officeDocument/2006/relationships/notesMaster" Target="/ppt/notesMasters/notesMaster1.xml" Id="R39eb3addd168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9cf855de6f4726" /><Relationship Type="http://schemas.openxmlformats.org/officeDocument/2006/relationships/notesMaster" Target="/ppt/notesMasters/notesMaster1.xml" Id="R929bba0ab76945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e40f0d76594789" /><Relationship Type="http://schemas.openxmlformats.org/officeDocument/2006/relationships/notesMaster" Target="/ppt/notesMasters/notesMaster1.xml" Id="R6c904412e175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512229a6d4a01" /><Relationship Type="http://schemas.openxmlformats.org/officeDocument/2006/relationships/notesMaster" Target="/ppt/notesMasters/notesMaster1.xml" Id="Ra7c1cc88f80d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caae1f7ba4be1" /><Relationship Type="http://schemas.openxmlformats.org/officeDocument/2006/relationships/notesMaster" Target="/ppt/notesMasters/notesMaster1.xml" Id="Re8131b09e93045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42ebb407ef4c12" /><Relationship Type="http://schemas.openxmlformats.org/officeDocument/2006/relationships/notesMaster" Target="/ppt/notesMasters/notesMaster1.xml" Id="R1548e8f999264c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c97f537d14720" /><Relationship Type="http://schemas.openxmlformats.org/officeDocument/2006/relationships/notesMaster" Target="/ppt/notesMasters/notesMaster1.xml" Id="R7b2b655ad0b047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a91a0d9174587" /><Relationship Type="http://schemas.openxmlformats.org/officeDocument/2006/relationships/notesMaster" Target="/ppt/notesMasters/notesMaster1.xml" Id="R06427308b57a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a917a317bf45be" /><Relationship Type="http://schemas.openxmlformats.org/officeDocument/2006/relationships/notesMaster" Target="/ppt/notesMasters/notesMaster1.xml" Id="R6178baa397bf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d71956c3e04364" /><Relationship Type="http://schemas.openxmlformats.org/officeDocument/2006/relationships/notesMaster" Target="/ppt/notesMasters/notesMaster1.xml" Id="Rdbbf43c4dc4048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a1937187f4b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b997bc35b4f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4763704104d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7440844d742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9211ed7954d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dd2dfc12e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A79F79E-AED2-4088-AF46-EE7CD22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012675-A97C-450C-8684-4DA0EF751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D9BB34E-B3C3-4694-8E99-76069828C4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5432D8-3B29-45A0-8455-F5572EF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3E434C-8417-4917-91F1-E07822B2F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BEA77E-56A8-43A8-B7B7-B6838BC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3076B4-EB72-48FF-82A0-B12E6AAAB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18DEA8-043F-4FD1-80C4-F589C087D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641C670-A396-44A4-9FA3-B1C49D35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B13DD7-E855-405D-955E-65B6F54B9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90885C-808F-4CBE-B401-5CE0B7B961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B2B346-721C-4EC1-BE64-CF96AA2DD1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0F7A49-5B77-468A-999B-56387A2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E932AE-8FC9-48D5-B418-1632D5A9F3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429CCA-87A8-451C-A292-5EB28F686E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f9f51d0d047cb" /><Relationship Type="http://schemas.openxmlformats.org/officeDocument/2006/relationships/slideLayout" Target="/ppt/slideLayouts/slideLayout1.xml" Id="Rb9a8df1b92174d12" /><Relationship Type="http://schemas.openxmlformats.org/officeDocument/2006/relationships/slideLayout" Target="/ppt/slideLayouts/slideLayout2.xml" Id="R8fd9f83d16b5441e" /><Relationship Type="http://schemas.openxmlformats.org/officeDocument/2006/relationships/slideLayout" Target="/ppt/slideLayouts/slideLayout3.xml" Id="R36686ca6815542cf" /><Relationship Type="http://schemas.openxmlformats.org/officeDocument/2006/relationships/slideLayout" Target="/ppt/slideLayouts/slideLayout4.xml" Id="Rdf9b5a90097548be" /><Relationship Type="http://schemas.openxmlformats.org/officeDocument/2006/relationships/slideLayout" Target="/ppt/slideLayouts/slideLayout5.xml" Id="R384d34f123694952" /><Relationship Type="http://schemas.openxmlformats.org/officeDocument/2006/relationships/slideLayout" Target="/ppt/slideLayouts/slideLayout6.xml" Id="Rb44dfcb2b7ea40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8df1b92174d12"/>
    <p:sldLayoutId xmlns:r="http://schemas.openxmlformats.org/officeDocument/2006/relationships" id="2147483650" r:id="R8fd9f83d16b5441e"/>
    <p:sldLayoutId xmlns:r="http://schemas.openxmlformats.org/officeDocument/2006/relationships" id="2147483651" r:id="R36686ca6815542cf"/>
    <p:sldLayoutId xmlns:r="http://schemas.openxmlformats.org/officeDocument/2006/relationships" id="2147483652" r:id="Rdf9b5a90097548be"/>
    <p:sldLayoutId xmlns:r="http://schemas.openxmlformats.org/officeDocument/2006/relationships" id="2147483653" r:id="R384d34f123694952"/>
    <p:sldLayoutId xmlns:r="http://schemas.openxmlformats.org/officeDocument/2006/relationships" id="2147483654" r:id="Rb44dfcb2b7ea40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fe1a6f18a45c8" /><Relationship Type="http://schemas.openxmlformats.org/officeDocument/2006/relationships/image" Target="/ppt/media/image.png" Id="Rcea5561bef5b43b7" /><Relationship Type="http://schemas.openxmlformats.org/officeDocument/2006/relationships/notesSlide" Target="/ppt/notesSlides/notesSlide1.xml" Id="R075fd4333f044a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997dfe29b430b" /><Relationship Type="http://schemas.openxmlformats.org/officeDocument/2006/relationships/notesSlide" Target="/ppt/notesSlides/notesSlide2.xml" Id="R1a70884f4de043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ffcb0e5184778" /><Relationship Type="http://schemas.openxmlformats.org/officeDocument/2006/relationships/notesSlide" Target="/ppt/notesSlides/notesSlide3.xml" Id="Re6b87143d706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62def05c14065" /><Relationship Type="http://schemas.openxmlformats.org/officeDocument/2006/relationships/notesSlide" Target="/ppt/notesSlides/notesSlide4.xml" Id="Rb6dacecec3f94b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e09c4eee645a5" /><Relationship Type="http://schemas.openxmlformats.org/officeDocument/2006/relationships/notesSlide" Target="/ppt/notesSlides/notesSlide5.xml" Id="R9a530615cef547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13543158741c5" /><Relationship Type="http://schemas.openxmlformats.org/officeDocument/2006/relationships/notesSlide" Target="/ppt/notesSlides/notesSlide6.xml" Id="R198b9357f9b240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144feadf04347" /><Relationship Type="http://schemas.openxmlformats.org/officeDocument/2006/relationships/notesSlide" Target="/ppt/notesSlides/notesSlide7.xml" Id="Rb4ca1f70164044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11c39187e47c7" /><Relationship Type="http://schemas.openxmlformats.org/officeDocument/2006/relationships/notesSlide" Target="/ppt/notesSlides/notesSlide8.xml" Id="R6b6a70187cf841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a5a51766c407f" /><Relationship Type="http://schemas.openxmlformats.org/officeDocument/2006/relationships/notesSlide" Target="/ppt/notesSlides/notesSlide9.xml" Id="R9ddedee597784a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933707ce54d73" /><Relationship Type="http://schemas.openxmlformats.org/officeDocument/2006/relationships/notesSlide" Target="/ppt/notesSlides/notesSlide10.xml" Id="R40958caeea5b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561bef5b43b7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5AB2F-4AAA-4957-9A96-9ADE3A9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2732-42BD-4EA8-906B-AFDBF59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Clases de complejidad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814E5-9F27-4221-B9B2-851C1F2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7BF3F-491B-422A-9B3C-3CED022E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1 · 1.2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0470C-7E0E-4CFF-BD52-41956288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94078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1649-EA96-44F9-AC6B-CE231DA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2567E-E76A-4C31-9AB4-B7F27F79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44D08-5D96-4671-AD53-DA5F5DC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95AE-6E13-4208-8380-05458BB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623A2-B6B7-49AE-AEC8-290C4F6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Crecimientos habituales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Duplicar la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Bucles dependientes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Peor caso, promedio y amortizado</a:t>
            </a:r>
          </a:p>
        </p:txBody>
      </p:sp>
    </p:spTree>
    <p:extLst>
      <p:ext uri="{BB962C8B-B14F-4D97-AF65-F5344CB8AC3E}">
        <p14:creationId xmlns:p14="http://schemas.microsoft.com/office/powerpoint/2010/main" val="1738772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0DF1E-4ECA-4749-94B4-EAE30D8E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52BED-6E6D-4391-AB76-F10899B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Familias de crecimiento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6E4C7-8FAD-4021-94A4-18BD625E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AFC98-3C99-43AA-9074-1FED8BA7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D6FCD-CF31-4C45-B65C-FBB8911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5AB61-948F-42EC-98FA-886500C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Órdenes habituales: 1, log n, n, n log n, n², 2ⁿ.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3D5B7-250B-4F60-840A-AA29CE5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D6524-DB31-479B-A2C6-99CE6DA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Duplicar n multiplica por 2 el trabajo lineal y por 4 el cuadrático.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86218-9ADC-43B7-B8EE-C82B9DFD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79751-D59E-48B1-AA1A-B6E1873B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log₂ n, duplicar n añade una unidad.</a:t>
            </a:r>
          </a:p>
        </p:txBody>
      </p:sp>
    </p:spTree>
    <p:extLst>
      <p:ext uri="{BB962C8B-B14F-4D97-AF65-F5344CB8AC3E}">
        <p14:creationId xmlns:p14="http://schemas.microsoft.com/office/powerpoint/2010/main" val="1513587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83606-23D6-404F-9A57-45DBA527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159CE-D1EF-4C43-8FA4-F8CCE8A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Bucles dependientes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EBBCA-17AE-4548-9D62-E28EBFA4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CD8C8-F3B3-4A9C-9BE9-255860B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53ADF-B8EF-4FA3-916B-37E8737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AFF91-28D8-4C50-9F46-37CD65F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Triángulo de comparaciones: (n−1)+…+1 = n(n−1)/2.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758EC-DBD3-4318-B4CF-8AEABC7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78710-66B3-4A59-A35F-EC53815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Reducir a la mitad produce un número logarítmico de pasos.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808C9-88B5-49AE-AF3D-6D8831A3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83D23-1080-457A-8EFA-32E8817A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 recorridos logarítmicos producen Θ(n log n).</a:t>
            </a:r>
          </a:p>
        </p:txBody>
      </p:sp>
    </p:spTree>
    <p:extLst>
      <p:ext uri="{BB962C8B-B14F-4D97-AF65-F5344CB8AC3E}">
        <p14:creationId xmlns:p14="http://schemas.microsoft.com/office/powerpoint/2010/main" val="1269588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52F00-B574-49CE-A18F-0C07585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AFE1F-421C-43DD-AE0D-7365F0E2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Promedio y amortizado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73764-FA3A-4E5E-91E0-AAFA4A9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3BD6-4149-410F-AA3D-43AA63EC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7446B-687F-4352-A49D-01C7347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6FAC1-8A85-4C07-995B-164771A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promedio necesita un modelo de distribución de entradas.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3CD69-CC45-464A-8831-8E11252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7088D-37C3-4E25-AC7E-9B027AE5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costo amortizado analiza una secuencia de operaciones.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6B4A0-592D-4B2E-AEE6-43F1795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53770-6DB6-4B3C-94D3-10E5031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expansión de arreglo puede ser lineal aunque insertar al final sea constante amortizado.</a:t>
            </a:r>
          </a:p>
        </p:txBody>
      </p:sp>
    </p:spTree>
    <p:extLst>
      <p:ext uri="{BB962C8B-B14F-4D97-AF65-F5344CB8AC3E}">
        <p14:creationId xmlns:p14="http://schemas.microsoft.com/office/powerpoint/2010/main" val="15682154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7DE0D-E067-4320-B742-EAC5FFA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2738D-1C15-4B42-B6C2-E4805502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05533-0168-42DF-86C0-77AB19B8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09379-D155-44D6-A2A0-85DABF62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Lineal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Triangular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Duplicaciones desde 1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271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E8F07-3FE9-4F33-BEDF-FD8243E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06CC1-4119-4443-A772-A7C87A31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C2085-6377-457D-A9E7-0D6D1E1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3AAEA-56E9-4526-9759-6C6888A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A71C-85AE-4F55-B7D2-2A26F4C4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long pairs(int n)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(n &lt; 0) throw new IllegalArgumentException("n negativo");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long count = 0;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i = 0; i &lt; n; i++)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for (int j = i + 1; j &lt; n; j++) count++;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count;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67FD0-912A-4BC7-9BA3-8D8371B9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807813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E3489-4353-48BF-A3F6-8A82AD4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7875B-9C79-4DFE-BF0C-2D952B01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748B2-2CAE-4B79-8E80-B65F1C73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235E2-7FDA-41D8-B159-0B30165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D80E9-858E-47F0-9F54-BADD3C7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Construye una tabla para n=4,8,16,32 que cuente operaciones de tres bucles: triangular, reducción por mitades y n repeticiones de reducción por mitades. Entrega las fórmulas y una interpretación de las razones de crecimiento.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08609-5518-4277-BFB4-AD74ECA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evidencias/PC1.2.md.</a:t>
            </a:r>
          </a:p>
        </p:txBody>
      </p:sp>
    </p:spTree>
    <p:extLst>
      <p:ext uri="{BB962C8B-B14F-4D97-AF65-F5344CB8AC3E}">
        <p14:creationId xmlns:p14="http://schemas.microsoft.com/office/powerpoint/2010/main" val="372204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A0AE0-16CA-4935-95B3-EE529719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0D1A4-F642-46B5-846D-39CEF20D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4D5B9-3793-4A4B-922E-A628A0C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B5ECA-204E-462A-AF63-DA0921AF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n=4, triangular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operaciones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n=8, triangular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 operaciones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n=0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operaciones en los tres conteos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4580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ED0C9-72D9-4A6F-86BF-372461B0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08047-CE1D-49F5-87E1-26C92D3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961FA-9F2F-435C-8DEA-05991BD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AD218-C64B-40BA-AD1C-9B76EB13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1A2EC-9B63-4389-8F7F-47F4B552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órdenes Θ(1), Θ(log n), Θ(n), Θ(n log n), Θ(n²) y Θ(2ⁿ) describen familias de crecimiento. Acceder a una posición conocida de un arreglo es constante en el modelo adoptado.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promedio exige un modelo de distribución de entradas. El análisis amortizado distribuye el costo de una secuencia de operaciones y no presupone entradas aleatorias.</a:t>
            </a:r>
          </a:p>
        </p:txBody>
      </p:sp>
    </p:spTree>
    <p:extLst>
      <p:ext uri="{BB962C8B-B14F-4D97-AF65-F5344CB8AC3E}">
        <p14:creationId xmlns:p14="http://schemas.microsoft.com/office/powerpoint/2010/main" val="170226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2026-10-02T01:43:19.5120000Z</dcterms:created>
  <dcterms:modified xsi:type="dcterms:W3CDTF">2026-10-02T01:43:19.5120000Z</dcterms:modified>
</coreProperties>
</file>