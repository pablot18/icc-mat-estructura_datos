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ca55aedb54414c" /><Relationship Type="http://schemas.openxmlformats.org/officeDocument/2006/relationships/extended-properties" Target="/docProps/app.xml" Id="R9af6d897c0d24cc9" /><Relationship Type="http://schemas.openxmlformats.org/officeDocument/2006/relationships/officeDocument" Target="/ppt/presentation.xml" Id="R4d1b27c5af5b4d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0ea1a6b3b94050"/>
  </p:sldMasterIdLst>
  <p:notesMasterIdLst>
    <p:notesMasterId xmlns:r="http://schemas.openxmlformats.org/officeDocument/2006/relationships" r:id="R90279ba0ae32400b"/>
  </p:notesMasterIdLst>
  <p:sldIdLst>
    <p:sldId xmlns:r="http://schemas.openxmlformats.org/officeDocument/2006/relationships" id="256" r:id="R1e216c1288684b9f"/>
    <p:sldId xmlns:r="http://schemas.openxmlformats.org/officeDocument/2006/relationships" id="257" r:id="R7d3f51c908154ff8"/>
    <p:sldId xmlns:r="http://schemas.openxmlformats.org/officeDocument/2006/relationships" id="258" r:id="R48a09652cf954cd6"/>
    <p:sldId xmlns:r="http://schemas.openxmlformats.org/officeDocument/2006/relationships" id="259" r:id="Re62cf045d7294f10"/>
    <p:sldId xmlns:r="http://schemas.openxmlformats.org/officeDocument/2006/relationships" id="260" r:id="Ree98bd5d7e894582"/>
    <p:sldId xmlns:r="http://schemas.openxmlformats.org/officeDocument/2006/relationships" id="261" r:id="R27e8956b63394687"/>
    <p:sldId xmlns:r="http://schemas.openxmlformats.org/officeDocument/2006/relationships" id="262" r:id="R226bf1b912f44d6f"/>
    <p:sldId xmlns:r="http://schemas.openxmlformats.org/officeDocument/2006/relationships" id="263" r:id="R72393c98edde4f45"/>
    <p:sldId xmlns:r="http://schemas.openxmlformats.org/officeDocument/2006/relationships" id="264" r:id="R7e66c44746054113"/>
    <p:sldId xmlns:r="http://schemas.openxmlformats.org/officeDocument/2006/relationships" id="265" r:id="Rc116873654df44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7f9c83885a459f" /><Relationship Type="http://schemas.openxmlformats.org/officeDocument/2006/relationships/slideMaster" Target="/ppt/slideMasters/slideMaster1.xml" Id="R2b0ea1a6b3b94050" /><Relationship Type="http://schemas.openxmlformats.org/officeDocument/2006/relationships/notesMaster" Target="/ppt/notesMasters/notesMaster1.xml" Id="R90279ba0ae32400b" /><Relationship Type="http://schemas.openxmlformats.org/officeDocument/2006/relationships/presProps" Target="/ppt/presProps.xml" Id="R716b852f8c254e61" /><Relationship Type="http://schemas.openxmlformats.org/officeDocument/2006/relationships/tableStyles" Target="/ppt/tableStyles.xml" Id="Rd4aeb6416a374e56" /><Relationship Type="http://schemas.openxmlformats.org/officeDocument/2006/relationships/slide" Target="/ppt/slides/slide1.xml" Id="R1e216c1288684b9f" /><Relationship Type="http://schemas.openxmlformats.org/officeDocument/2006/relationships/slide" Target="/ppt/slides/slide2.xml" Id="R7d3f51c908154ff8" /><Relationship Type="http://schemas.openxmlformats.org/officeDocument/2006/relationships/slide" Target="/ppt/slides/slide3.xml" Id="R48a09652cf954cd6" /><Relationship Type="http://schemas.openxmlformats.org/officeDocument/2006/relationships/slide" Target="/ppt/slides/slide4.xml" Id="Re62cf045d7294f10" /><Relationship Type="http://schemas.openxmlformats.org/officeDocument/2006/relationships/slide" Target="/ppt/slides/slide5.xml" Id="Ree98bd5d7e894582" /><Relationship Type="http://schemas.openxmlformats.org/officeDocument/2006/relationships/slide" Target="/ppt/slides/slide6.xml" Id="R27e8956b63394687" /><Relationship Type="http://schemas.openxmlformats.org/officeDocument/2006/relationships/slide" Target="/ppt/slides/slide7.xml" Id="R226bf1b912f44d6f" /><Relationship Type="http://schemas.openxmlformats.org/officeDocument/2006/relationships/slide" Target="/ppt/slides/slide8.xml" Id="R72393c98edde4f45" /><Relationship Type="http://schemas.openxmlformats.org/officeDocument/2006/relationships/slide" Target="/ppt/slides/slide9.xml" Id="R7e66c44746054113" /><Relationship Type="http://schemas.openxmlformats.org/officeDocument/2006/relationships/slide" Target="/ppt/slides/slide10.xml" Id="Rc116873654df44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4a989498ca40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c71b9cdced4b14" /><Relationship Type="http://schemas.openxmlformats.org/officeDocument/2006/relationships/notesMaster" Target="/ppt/notesMasters/notesMaster1.xml" Id="R93c0b46dca3e4a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5493a3bdf2418b" /><Relationship Type="http://schemas.openxmlformats.org/officeDocument/2006/relationships/notesMaster" Target="/ppt/notesMasters/notesMaster1.xml" Id="R830c9c7216a44b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c7df9332674907" /><Relationship Type="http://schemas.openxmlformats.org/officeDocument/2006/relationships/notesMaster" Target="/ppt/notesMasters/notesMaster1.xml" Id="R4ba32faacc7f44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3e2916fd8f4f13" /><Relationship Type="http://schemas.openxmlformats.org/officeDocument/2006/relationships/notesMaster" Target="/ppt/notesMasters/notesMaster1.xml" Id="Rcab4d9ed8fed4b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4b4adbd4694059" /><Relationship Type="http://schemas.openxmlformats.org/officeDocument/2006/relationships/notesMaster" Target="/ppt/notesMasters/notesMaster1.xml" Id="R248d418e6bba47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466d6ef2ff4960" /><Relationship Type="http://schemas.openxmlformats.org/officeDocument/2006/relationships/notesMaster" Target="/ppt/notesMasters/notesMaster1.xml" Id="Rd952acc321b349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09637da86743d0" /><Relationship Type="http://schemas.openxmlformats.org/officeDocument/2006/relationships/notesMaster" Target="/ppt/notesMasters/notesMaster1.xml" Id="R8c5036f5523541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6ae5350dc845fe" /><Relationship Type="http://schemas.openxmlformats.org/officeDocument/2006/relationships/notesMaster" Target="/ppt/notesMasters/notesMaster1.xml" Id="R51765db4cbfe4f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f5ef940fca4792" /><Relationship Type="http://schemas.openxmlformats.org/officeDocument/2006/relationships/notesMaster" Target="/ppt/notesMasters/notesMaster1.xml" Id="R14e92372cca140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9d637c41564ff9" /><Relationship Type="http://schemas.openxmlformats.org/officeDocument/2006/relationships/notesMaster" Target="/ppt/notesMasters/notesMaster1.xml" Id="R4f0c461837254e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9b5cb1e3b84c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19921629e46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9bdf0964734c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400c3cc5f143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94f62aa93148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5bba41e87f4c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3F3B0E3-E008-441A-AF98-71B223C5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931E917-BE05-4A86-B61E-A798C642B4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60EE19D-56F2-48C5-A2C0-A189280A4F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882DA1B-1CD8-4DF4-90FB-CC089AE5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399437A-719D-4515-A2A7-41BE303793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D5F793F-B664-4ED4-ACE3-8A2CAE55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499626C-9DBF-40B2-9B57-5050225D05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3D3EB2B-37DB-45B4-B2AF-4BA10EE892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2BE72EA-74CD-4C26-AFAD-92FEEE50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B8FF13B-3508-4086-BFDA-70B325FE73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232C77-BBF5-481F-845E-FE51D49382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CF422A3-CE2A-4AB5-8ECC-3AD1B7161B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9503008-8E43-4746-B36A-77814B00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5873657-9F4D-49E7-9200-61F4977296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490F14B-F09A-4DD0-8992-BCE153D8C3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a45680113449b7" /><Relationship Type="http://schemas.openxmlformats.org/officeDocument/2006/relationships/slideLayout" Target="/ppt/slideLayouts/slideLayout1.xml" Id="R427ff7fa9d8948b5" /><Relationship Type="http://schemas.openxmlformats.org/officeDocument/2006/relationships/slideLayout" Target="/ppt/slideLayouts/slideLayout2.xml" Id="Ra1c44311b7d849e5" /><Relationship Type="http://schemas.openxmlformats.org/officeDocument/2006/relationships/slideLayout" Target="/ppt/slideLayouts/slideLayout3.xml" Id="R9b6ec80000c44708" /><Relationship Type="http://schemas.openxmlformats.org/officeDocument/2006/relationships/slideLayout" Target="/ppt/slideLayouts/slideLayout4.xml" Id="Rdb4514ba73524d86" /><Relationship Type="http://schemas.openxmlformats.org/officeDocument/2006/relationships/slideLayout" Target="/ppt/slideLayouts/slideLayout5.xml" Id="Re7c909d18511426d" /><Relationship Type="http://schemas.openxmlformats.org/officeDocument/2006/relationships/slideLayout" Target="/ppt/slideLayouts/slideLayout6.xml" Id="Rf6e28b5312744c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7ff7fa9d8948b5"/>
    <p:sldLayoutId xmlns:r="http://schemas.openxmlformats.org/officeDocument/2006/relationships" id="2147483650" r:id="Ra1c44311b7d849e5"/>
    <p:sldLayoutId xmlns:r="http://schemas.openxmlformats.org/officeDocument/2006/relationships" id="2147483651" r:id="R9b6ec80000c44708"/>
    <p:sldLayoutId xmlns:r="http://schemas.openxmlformats.org/officeDocument/2006/relationships" id="2147483652" r:id="Rdb4514ba73524d86"/>
    <p:sldLayoutId xmlns:r="http://schemas.openxmlformats.org/officeDocument/2006/relationships" id="2147483653" r:id="Re7c909d18511426d"/>
    <p:sldLayoutId xmlns:r="http://schemas.openxmlformats.org/officeDocument/2006/relationships" id="2147483654" r:id="Rf6e28b5312744c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d04b6606034d8a" /><Relationship Type="http://schemas.openxmlformats.org/officeDocument/2006/relationships/image" Target="/ppt/media/image.png" Id="R982b2abec0924845" /><Relationship Type="http://schemas.openxmlformats.org/officeDocument/2006/relationships/notesSlide" Target="/ppt/notesSlides/notesSlide1.xml" Id="R658fc27ced0548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fc2f225c7e46cb" /><Relationship Type="http://schemas.openxmlformats.org/officeDocument/2006/relationships/notesSlide" Target="/ppt/notesSlides/notesSlide2.xml" Id="Raeb0e48540404a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e5dc2c7c004fc4" /><Relationship Type="http://schemas.openxmlformats.org/officeDocument/2006/relationships/notesSlide" Target="/ppt/notesSlides/notesSlide3.xml" Id="Raff2037f3bbf43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11086ac9ed4c63" /><Relationship Type="http://schemas.openxmlformats.org/officeDocument/2006/relationships/notesSlide" Target="/ppt/notesSlides/notesSlide4.xml" Id="R2add8d467af240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a5e0080fa948f9" /><Relationship Type="http://schemas.openxmlformats.org/officeDocument/2006/relationships/notesSlide" Target="/ppt/notesSlides/notesSlide5.xml" Id="Rb55352c5c8a042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c6eae5d2e54d4f" /><Relationship Type="http://schemas.openxmlformats.org/officeDocument/2006/relationships/notesSlide" Target="/ppt/notesSlides/notesSlide6.xml" Id="R81f94641a91b40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512f9b4aee4c94" /><Relationship Type="http://schemas.openxmlformats.org/officeDocument/2006/relationships/notesSlide" Target="/ppt/notesSlides/notesSlide7.xml" Id="R21d846a572164b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2e7f430a5b40d3" /><Relationship Type="http://schemas.openxmlformats.org/officeDocument/2006/relationships/notesSlide" Target="/ppt/notesSlides/notesSlide8.xml" Id="R44c82f75e3614b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31a9644bdb44ce" /><Relationship Type="http://schemas.openxmlformats.org/officeDocument/2006/relationships/notesSlide" Target="/ppt/notesSlides/notesSlide9.xml" Id="R263bd71977644f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43fb031552423e" /><Relationship Type="http://schemas.openxmlformats.org/officeDocument/2006/relationships/notesSlide" Target="/ppt/notesSlides/notesSlide10.xml" Id="R27221d3a166344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b2abec0924845"/>
          <a:stretch xmlns:a="http://schemas.openxmlformats.org/drawingml/2006/main"/>
        </p:blipFill>
        <p:spPr>
          <a:xfrm xmlns:a="http://schemas.openxmlformats.org/drawingml/2006/main">
            <a:off x="609600" y="534507"/>
            <a:ext cx="7048500" cy="11598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098C9-2DEF-445A-991E-EC39E346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Estructura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91557-F4A5-44E9-BADA-94BB64A7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Conteo y contraste experimental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F2306-DC93-4DB4-9B24-4E8D4CEE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12D60-A94F-48C1-A770-1FBF93D6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Unidad 1 · PL1.1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54A41-8AB9-4D35-BBCE-19620247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7698659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79263-D722-4D7C-9CE3-E5D400C9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8AB3D-774C-451B-A389-9C131E17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Problema y alcance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7C4D1-9490-492E-B830-1DCCA5A1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E59B1-C833-4B48-92FE-1E7687A8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4135D-D8D0-4723-AE11-DB455F72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0668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sistema debe detectar códigos repetidos en lotes de datos. Se compararán un algoritmo por pares y otro que ordena una copia mediante inserción antes de revisar vecinos. El objetivo es relacionar conteos, corrección y tiempos observados.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C3D94-D3C9-423A-93C7-89664FBE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4 horas estimadas de desarrollo. Entrega individual en Java.</a:t>
            </a:r>
          </a:p>
        </p:txBody>
      </p:sp>
    </p:spTree>
    <p:extLst>
      <p:ext uri="{BB962C8B-B14F-4D97-AF65-F5344CB8AC3E}">
        <p14:creationId xmlns:p14="http://schemas.microsoft.com/office/powerpoint/2010/main" val="582442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1EA29-32A2-4C51-9250-3C0AE649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6B9BC-DBFB-4B57-976B-679BCCE5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1. Contrato y oráculo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616F6-71A3-4109-900D-01BF3D92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C0903-FA3B-44A5-8508-660D8AD7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97F70-3B8C-4401-9052-8F9350DB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Definir comportamiento para vacío, un elemento, repetidos y ausencia. Crear casos pequeños con respuesta conocida.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C6352-B6D8-4AA5-A1EF-87A20E78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feat(pl1.1):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1549763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616E3-58F6-45CF-BE74-29B3E287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40918-6D3A-4FF2-AF80-B9730821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2. Implementación y conteo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4BC82-4BA8-4E26-9DDD-8312555E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0ED76-CD83-4DFD-AECF-8108F6B3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B362A-62BC-4F5E-8A99-6D94175A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Implementar ambos métodos y contar solo comparaciones de claves. Explicar mejor y peor caso.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07410-3823-41CB-B45F-1FE66422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feat(pl1.1):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7338625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09697-1152-443C-8247-A9FC7E79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1E382-8ED9-404E-9D81-B620583B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3. Experimento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93160-C2A2-47E7-B01A-6FD6A2CC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9F982-ACD0-49DD-8F95-874A7E9B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60F90-B2BA-441C-9B99-215F71AF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Ejecutar la matriz de tamaños y escenarios sobre copias idénticas. Registrar entorno, semilla y datos crudos.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F3FC9-356C-42B2-9218-6F80A66C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feat(pl1.1):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10478967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D3822-223F-40BD-8FDD-FDFC6EAA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9E577-E731-46A3-BF64-28800803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 4. Interpretación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AA001-6C14-4612-B4E7-5FD45CF5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CB396-760F-4487-9D51-B243C18F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437BF-381A-49EE-BA5C-31D474CB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Contrastar conteos con crecimiento esperado, explicar dispersión y señalar límites de las conclusiones.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64EFC-ACDD-4F7A-B80C-72295D6F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Commit funcional de la fase y evidencia de ejecución.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feat(pl1.1): descripción del cambio real</a:t>
            </a:r>
          </a:p>
        </p:txBody>
      </p:sp>
    </p:spTree>
    <p:extLst>
      <p:ext uri="{BB962C8B-B14F-4D97-AF65-F5344CB8AC3E}">
        <p14:creationId xmlns:p14="http://schemas.microsoft.com/office/powerpoint/2010/main" val="9191859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B6175-F04F-48C2-8A7B-111F07B2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A827B-016E-42A0-BF3F-3B1A53D2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2932B-237A-4906-AD78-E3990B78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DF793-5D77-4E84-B66B-C78CBB83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5751B-1F69-4D63-AEB8-9F72F2FF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6680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Fuentes Java organizados por paquetes y README con compilación y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Carpeta evidencias con entradas, salidas reales y tabla de casos de aceptación.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Informe con decisiones, análisis temporal y espacial, resultados y conclusiones.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Repositorio con commits funcionales por fase y hash real de la entrega.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• Exposición breve con demostración de un caso normal y uno límite.</a:t>
            </a:r>
          </a:p>
        </p:txBody>
      </p:sp>
    </p:spTree>
    <p:extLst>
      <p:ext uri="{BB962C8B-B14F-4D97-AF65-F5344CB8AC3E}">
        <p14:creationId xmlns:p14="http://schemas.microsoft.com/office/powerpoint/2010/main" val="37373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4E9BE-DD87-4B9C-85AD-C9DD593A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5081F-BA8F-4E3E-84FC-F1F08D70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80F85-5BD4-42D9-A37B-F1A7D9DE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D40E1-4268-4533-BC36-B9B08513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Escenario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Criterio de aceptación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[7,2,7]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true en ambos métodos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[1,2,3]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false en ambos métodos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false; cero comparaciones de claves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 negativo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rechazo antes de reservar memoria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36228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84090-4892-48B7-BAD9-2F49AB03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8F3AD-A65F-4637-96E9-6256D3D0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Rúbrica de evaluación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CBFDB-5F22-4F92-B0AA-CE3B8F86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3D32A-CC50-406F-BF90-B4C4213E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Criterio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Puntaje máximo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Corrección funcional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Análisis y decisiones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Pruebas y evidencia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Organización y Git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Defensa y conclusiones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259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96330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D9508-9736-46E1-9B97-37D748EB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70F1D-3B1E-4381-AA38-BC522D7C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Defensa y conclusiones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2FC53-4A48-416C-8F02-413B2683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PL1.1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7CD39-5F38-4A05-8DEE-C6A5F61D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85956-40AB-4134-A40D-6444E405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66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Explica por qué la copia queda fuera del intervalo medido y predice el cambio al duplicar una entrada sin repetidos.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9B7C7-B3EF-4FC5-87DC-3B2A655C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Las conclusiones deben apoyarse en tus resultados reales. Los descriptores completos de la rúbrica están en la guía HTML.</a:t>
            </a:r>
          </a:p>
        </p:txBody>
      </p:sp>
    </p:spTree>
    <p:extLst>
      <p:ext uri="{BB962C8B-B14F-4D97-AF65-F5344CB8AC3E}">
        <p14:creationId xmlns:p14="http://schemas.microsoft.com/office/powerpoint/2010/main" val="1505611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2026-10-02T01:44:50.4710000Z</dcterms:created>
  <dcterms:modified xsi:type="dcterms:W3CDTF">2026-10-02T01:44:50.4710000Z</dcterms:modified>
</coreProperties>
</file>