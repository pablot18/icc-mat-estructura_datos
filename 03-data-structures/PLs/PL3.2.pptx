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c2b4db38c41d8" /><Relationship Type="http://schemas.openxmlformats.org/officeDocument/2006/relationships/extended-properties" Target="/docProps/app.xml" Id="R841e70e3b7f04f69" /><Relationship Type="http://schemas.openxmlformats.org/officeDocument/2006/relationships/officeDocument" Target="/ppt/presentation.xml" Id="Rbbab3b3b0c10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55362c81b40ab"/>
  </p:sldMasterIdLst>
  <p:notesMasterIdLst>
    <p:notesMasterId xmlns:r="http://schemas.openxmlformats.org/officeDocument/2006/relationships" r:id="R62a64f5adb5649df"/>
  </p:notesMasterIdLst>
  <p:sldIdLst>
    <p:sldId xmlns:r="http://schemas.openxmlformats.org/officeDocument/2006/relationships" id="256" r:id="R4973ac78e1214ba6"/>
    <p:sldId xmlns:r="http://schemas.openxmlformats.org/officeDocument/2006/relationships" id="257" r:id="Rac2d4ab33620416e"/>
    <p:sldId xmlns:r="http://schemas.openxmlformats.org/officeDocument/2006/relationships" id="258" r:id="Rc3f86f3c1a7c4483"/>
    <p:sldId xmlns:r="http://schemas.openxmlformats.org/officeDocument/2006/relationships" id="259" r:id="R502f8aa33667498e"/>
    <p:sldId xmlns:r="http://schemas.openxmlformats.org/officeDocument/2006/relationships" id="260" r:id="Rb48532c219f04a5b"/>
    <p:sldId xmlns:r="http://schemas.openxmlformats.org/officeDocument/2006/relationships" id="261" r:id="R8e419fbebf1f408f"/>
    <p:sldId xmlns:r="http://schemas.openxmlformats.org/officeDocument/2006/relationships" id="262" r:id="Rd306c1ea6be443a4"/>
    <p:sldId xmlns:r="http://schemas.openxmlformats.org/officeDocument/2006/relationships" id="263" r:id="Ra86e47ceae1e460a"/>
    <p:sldId xmlns:r="http://schemas.openxmlformats.org/officeDocument/2006/relationships" id="264" r:id="R653f3a9917b04f06"/>
    <p:sldId xmlns:r="http://schemas.openxmlformats.org/officeDocument/2006/relationships" id="265" r:id="Ra1d74d329397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841797b374040" /><Relationship Type="http://schemas.openxmlformats.org/officeDocument/2006/relationships/slideMaster" Target="/ppt/slideMasters/slideMaster1.xml" Id="Rfc755362c81b40ab" /><Relationship Type="http://schemas.openxmlformats.org/officeDocument/2006/relationships/notesMaster" Target="/ppt/notesMasters/notesMaster1.xml" Id="R62a64f5adb5649df" /><Relationship Type="http://schemas.openxmlformats.org/officeDocument/2006/relationships/presProps" Target="/ppt/presProps.xml" Id="R3ab7b766f7b04647" /><Relationship Type="http://schemas.openxmlformats.org/officeDocument/2006/relationships/tableStyles" Target="/ppt/tableStyles.xml" Id="R262b496bfb5044bd" /><Relationship Type="http://schemas.openxmlformats.org/officeDocument/2006/relationships/slide" Target="/ppt/slides/slide1.xml" Id="R4973ac78e1214ba6" /><Relationship Type="http://schemas.openxmlformats.org/officeDocument/2006/relationships/slide" Target="/ppt/slides/slide2.xml" Id="Rac2d4ab33620416e" /><Relationship Type="http://schemas.openxmlformats.org/officeDocument/2006/relationships/slide" Target="/ppt/slides/slide3.xml" Id="Rc3f86f3c1a7c4483" /><Relationship Type="http://schemas.openxmlformats.org/officeDocument/2006/relationships/slide" Target="/ppt/slides/slide4.xml" Id="R502f8aa33667498e" /><Relationship Type="http://schemas.openxmlformats.org/officeDocument/2006/relationships/slide" Target="/ppt/slides/slide5.xml" Id="Rb48532c219f04a5b" /><Relationship Type="http://schemas.openxmlformats.org/officeDocument/2006/relationships/slide" Target="/ppt/slides/slide6.xml" Id="R8e419fbebf1f408f" /><Relationship Type="http://schemas.openxmlformats.org/officeDocument/2006/relationships/slide" Target="/ppt/slides/slide7.xml" Id="Rd306c1ea6be443a4" /><Relationship Type="http://schemas.openxmlformats.org/officeDocument/2006/relationships/slide" Target="/ppt/slides/slide8.xml" Id="Ra86e47ceae1e460a" /><Relationship Type="http://schemas.openxmlformats.org/officeDocument/2006/relationships/slide" Target="/ppt/slides/slide9.xml" Id="R653f3a9917b04f06" /><Relationship Type="http://schemas.openxmlformats.org/officeDocument/2006/relationships/slide" Target="/ppt/slides/slide10.xml" Id="Ra1d74d329397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9e8892918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4cf74c84b40a2" /><Relationship Type="http://schemas.openxmlformats.org/officeDocument/2006/relationships/notesMaster" Target="/ppt/notesMasters/notesMaster1.xml" Id="R3d5e93968f6c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4be2592d1d4c0e" /><Relationship Type="http://schemas.openxmlformats.org/officeDocument/2006/relationships/notesMaster" Target="/ppt/notesMasters/notesMaster1.xml" Id="R6f2b96955eae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c4ef703d644440" /><Relationship Type="http://schemas.openxmlformats.org/officeDocument/2006/relationships/notesMaster" Target="/ppt/notesMasters/notesMaster1.xml" Id="R53e71e30d4ae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33a554118642af" /><Relationship Type="http://schemas.openxmlformats.org/officeDocument/2006/relationships/notesMaster" Target="/ppt/notesMasters/notesMaster1.xml" Id="R97e5690fe73242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5e8d2a4643474c" /><Relationship Type="http://schemas.openxmlformats.org/officeDocument/2006/relationships/notesMaster" Target="/ppt/notesMasters/notesMaster1.xml" Id="Re6eeb207c66546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ea47f64cb64256" /><Relationship Type="http://schemas.openxmlformats.org/officeDocument/2006/relationships/notesMaster" Target="/ppt/notesMasters/notesMaster1.xml" Id="Rc1e0dc6fa2f4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ba20ec12e744ba" /><Relationship Type="http://schemas.openxmlformats.org/officeDocument/2006/relationships/notesMaster" Target="/ppt/notesMasters/notesMaster1.xml" Id="R3ef328c2fd99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0483a9adf546bc" /><Relationship Type="http://schemas.openxmlformats.org/officeDocument/2006/relationships/notesMaster" Target="/ppt/notesMasters/notesMaster1.xml" Id="R5a5e5cac13964d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16679ab8ff4583" /><Relationship Type="http://schemas.openxmlformats.org/officeDocument/2006/relationships/notesMaster" Target="/ppt/notesMasters/notesMaster1.xml" Id="Rb6069c519af7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68eb44d4324eb0" /><Relationship Type="http://schemas.openxmlformats.org/officeDocument/2006/relationships/notesMaster" Target="/ppt/notesMasters/notesMaster1.xml" Id="R9a0b3b16e32343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062a2566a46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d01a4cbf149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762b4accc42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397a5a60a45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0710cb0184e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129e03683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D92EE5C-32C8-43F5-9DBE-E2994AB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324772-5E8E-4271-A0A7-366F95DA6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9D4BD6-1844-4AF3-B535-CCA779505C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154EE74-E978-4F07-A825-1A8294B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FB5E76-81C0-4863-B0FC-C8CB5A054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AF78EE0-D4F0-453D-8975-A3D0BE1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395CB5-7DD2-491E-BEBA-9EA337C0C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FBE3828-4A86-4D24-963D-B7A6B6AA4D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058ADF3-22DD-44C8-9DAC-BF63D70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A8CD51-D0EF-4C5B-9F7A-9FB29D88E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AB6B4E-F03A-46CD-A79D-3286758CDB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298223-3645-4723-A8B1-38982C76CB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C243B9-238A-47CF-B2D4-6C006D3F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620474-4908-4E21-B1FB-290C0D5FC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2EA2F-E236-40B7-A149-5B9FB4DB14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c0d335f9324fcf" /><Relationship Type="http://schemas.openxmlformats.org/officeDocument/2006/relationships/slideLayout" Target="/ppt/slideLayouts/slideLayout1.xml" Id="Rc951c2b9a63747ff" /><Relationship Type="http://schemas.openxmlformats.org/officeDocument/2006/relationships/slideLayout" Target="/ppt/slideLayouts/slideLayout2.xml" Id="R432bae89b8e44450" /><Relationship Type="http://schemas.openxmlformats.org/officeDocument/2006/relationships/slideLayout" Target="/ppt/slideLayouts/slideLayout3.xml" Id="Re3cb8c75a3fc42b4" /><Relationship Type="http://schemas.openxmlformats.org/officeDocument/2006/relationships/slideLayout" Target="/ppt/slideLayouts/slideLayout4.xml" Id="R9f924ff347c14005" /><Relationship Type="http://schemas.openxmlformats.org/officeDocument/2006/relationships/slideLayout" Target="/ppt/slideLayouts/slideLayout5.xml" Id="Rbf01a024594048ac" /><Relationship Type="http://schemas.openxmlformats.org/officeDocument/2006/relationships/slideLayout" Target="/ppt/slideLayouts/slideLayout6.xml" Id="R09159f1a19e545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51c2b9a63747ff"/>
    <p:sldLayoutId xmlns:r="http://schemas.openxmlformats.org/officeDocument/2006/relationships" id="2147483650" r:id="R432bae89b8e44450"/>
    <p:sldLayoutId xmlns:r="http://schemas.openxmlformats.org/officeDocument/2006/relationships" id="2147483651" r:id="Re3cb8c75a3fc42b4"/>
    <p:sldLayoutId xmlns:r="http://schemas.openxmlformats.org/officeDocument/2006/relationships" id="2147483652" r:id="R9f924ff347c14005"/>
    <p:sldLayoutId xmlns:r="http://schemas.openxmlformats.org/officeDocument/2006/relationships" id="2147483653" r:id="Rbf01a024594048ac"/>
    <p:sldLayoutId xmlns:r="http://schemas.openxmlformats.org/officeDocument/2006/relationships" id="2147483654" r:id="R09159f1a19e545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b246cf2204d36" /><Relationship Type="http://schemas.openxmlformats.org/officeDocument/2006/relationships/image" Target="/ppt/media/image.png" Id="Rbd4c8b0fbe874bc7" /><Relationship Type="http://schemas.openxmlformats.org/officeDocument/2006/relationships/notesSlide" Target="/ppt/notesSlides/notesSlide1.xml" Id="R346efb6deef1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c74e21ca74cad" /><Relationship Type="http://schemas.openxmlformats.org/officeDocument/2006/relationships/notesSlide" Target="/ppt/notesSlides/notesSlide2.xml" Id="R76e891ddc16e48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16157ebd14d1e" /><Relationship Type="http://schemas.openxmlformats.org/officeDocument/2006/relationships/notesSlide" Target="/ppt/notesSlides/notesSlide3.xml" Id="Raed320d5da9d43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d57f913a64944" /><Relationship Type="http://schemas.openxmlformats.org/officeDocument/2006/relationships/notesSlide" Target="/ppt/notesSlides/notesSlide4.xml" Id="R972b95281436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cb9e432714b49" /><Relationship Type="http://schemas.openxmlformats.org/officeDocument/2006/relationships/notesSlide" Target="/ppt/notesSlides/notesSlide5.xml" Id="R56ec3191b6004e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3771badb242c2" /><Relationship Type="http://schemas.openxmlformats.org/officeDocument/2006/relationships/notesSlide" Target="/ppt/notesSlides/notesSlide6.xml" Id="R97844883e4464c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c973e9e9f4678" /><Relationship Type="http://schemas.openxmlformats.org/officeDocument/2006/relationships/notesSlide" Target="/ppt/notesSlides/notesSlide7.xml" Id="R049370184df842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70a3c435f4b98" /><Relationship Type="http://schemas.openxmlformats.org/officeDocument/2006/relationships/notesSlide" Target="/ppt/notesSlides/notesSlide8.xml" Id="R5144cbcfb47847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9fd2e1e4643b9" /><Relationship Type="http://schemas.openxmlformats.org/officeDocument/2006/relationships/notesSlide" Target="/ppt/notesSlides/notesSlide9.xml" Id="R20b072b153df47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14b2b8da54e80" /><Relationship Type="http://schemas.openxmlformats.org/officeDocument/2006/relationships/notesSlide" Target="/ppt/notesSlides/notesSlide10.xml" Id="R59fec8b84244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c8b0fbe874bc7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6DB43-6148-4F36-BE3C-41B3AED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D9CFF-4DDF-4E92-9DEC-35E799EA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Índice de documentos con colecciones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9F76-0A88-400D-9C9C-9C68223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F555D-9E3C-4E61-880F-74443EA2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PL3.2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27F2D-1589-457D-B5DC-30F798B8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456752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C04FA-39FD-48E9-A321-7625400F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56E4C-1EAE-425C-B8C5-9CE501F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CC2B-FB9C-40C0-BBBE-E13C9442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6C177-C2BB-4105-AF7C-8D3C08FD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8AB27-D52C-4927-A32A-F640A65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buscador local organiza documentos breves mediante un índice palabra→conjunto de IDs. Se atenderán consultas de intersección y unión sin releer todos los textos.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B5F25-8FEF-4208-B2A1-74A7876B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6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983956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E60F3-4EC0-4AD2-9060-832DE22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7425F-115A-41D2-882C-E8F900E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F8EB1-4500-4DA5-ABF9-7BF2419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13104-4FF2-4A4A-ACA4-88D881D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DAE46-77E5-44E7-AF96-16DEE2C8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tokenización y contratos de alta, actualización y baja. Preparar documentos con palabras repetidas y acentos.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A8F3D-6BA6-402D-AC70-E4AE26D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615886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19E6B-EA08-40A3-B029-67AADB64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5EB42-3130-4B4B-88BA-DCEB1F2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Índice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34646-2482-42EB-945F-36D8E1DE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B79F9-FED8-4610-9191-BF8C349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99EC2-9E3C-4696-B137-4DBEAC42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Construir mapa y conjuntos. Comprobar que cada asociación corresponde a un documento existente.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52B19-9BC4-4370-B454-3E10124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876188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1A5F7-23E8-43FF-88EC-346CF272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2D87F-5049-48FE-BAC2-60276C56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A2783-2281-4EDE-A2BB-FF651A86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9A001-381B-44CC-B4F3-EC2410B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22B1B-663F-4341-8DE1-B2F15B98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AND y OR con entradas vacías y términos ausentes. Distinguir costo de construir y consultar.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9B74B-8222-44AC-8F08-4B36AD5F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206469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70EFA-F4AB-413B-9440-E4A524D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A8D28-5B56-467A-BA81-B2AD24C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Actualización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CF159-C3D8-4843-AF9E-5793D36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CB0C6-0B75-43A3-A095-1D62D130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39AB-C93F-424F-9F91-D6FD9F03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Reemplazar y borrar documentos, verificar que ninguna consulta usa asociaciones obsoletas.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CB21E-D377-4BE1-91AB-F11D70B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feat(pl3.2):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2005264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06111-1087-4FEF-A048-AD71A32F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81B41-D0A3-4D6E-8487-DF563307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4C190-3310-4292-B066-671C58B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14827-F600-4035-A6D5-5FEA815B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042BB-4CE7-4A23-99E1-8DD029A9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322511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7294E-B511-4092-84EA-501B53B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21097-2B86-4CB4-9662-47E0E73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752E0-B6C0-4601-B2AC-2D936E0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807E0-5653-4349-B1D5-28BBE69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D1: sol sol; D2: sol luna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sol→D1,D2; luna→D2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AND sol,luna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borrar D2; consultar luna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resultados y sin clave vacía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reemplazar D1 por mar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 desaparece; mar→D1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279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73FFA-D2CB-45B3-B414-79A3F331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79AF0-7826-4580-B857-D0D6E8AB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EB18F-E03B-4BDE-8372-4D8AC968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72958-5B11-420E-8725-73F6DC92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5063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DCAB9-DF99-46AD-8EA0-CC14146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FB236-157B-4B81-B3FA-D63CB377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F96D5-3ADB-4594-B5BC-A70A78E2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87EDC-FCC0-476F-9A9E-A5E9056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36D1B-434C-4745-A809-5FC24B55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Reemplaza un documento en vivo y demuestra que el índice no conserva términos del texto anterior.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D114-12A3-4377-9211-E8B22863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1897729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2026-10-02T01:45:12.2140000Z</dcterms:created>
  <dcterms:modified xsi:type="dcterms:W3CDTF">2026-10-02T01:45:12.2140000Z</dcterms:modified>
</coreProperties>
</file>