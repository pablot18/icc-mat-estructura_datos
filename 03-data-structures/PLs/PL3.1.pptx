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fc6daf718f4b12" /><Relationship Type="http://schemas.openxmlformats.org/officeDocument/2006/relationships/extended-properties" Target="/docProps/app.xml" Id="Raa02d2c104ca472e" /><Relationship Type="http://schemas.openxmlformats.org/officeDocument/2006/relationships/officeDocument" Target="/ppt/presentation.xml" Id="R697114948e1442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b9552449bb4952"/>
  </p:sldMasterIdLst>
  <p:notesMasterIdLst>
    <p:notesMasterId xmlns:r="http://schemas.openxmlformats.org/officeDocument/2006/relationships" r:id="Rf47d295bc88d4f99"/>
  </p:notesMasterIdLst>
  <p:sldIdLst>
    <p:sldId xmlns:r="http://schemas.openxmlformats.org/officeDocument/2006/relationships" id="256" r:id="R9902e025d8314f82"/>
    <p:sldId xmlns:r="http://schemas.openxmlformats.org/officeDocument/2006/relationships" id="257" r:id="R939d9e5c33a54ccb"/>
    <p:sldId xmlns:r="http://schemas.openxmlformats.org/officeDocument/2006/relationships" id="258" r:id="R69481f8dc3094610"/>
    <p:sldId xmlns:r="http://schemas.openxmlformats.org/officeDocument/2006/relationships" id="259" r:id="R9aa779a034fa45e7"/>
    <p:sldId xmlns:r="http://schemas.openxmlformats.org/officeDocument/2006/relationships" id="260" r:id="R7057b3a0d5874a89"/>
    <p:sldId xmlns:r="http://schemas.openxmlformats.org/officeDocument/2006/relationships" id="261" r:id="Rf9a1c9e1602a4ee1"/>
    <p:sldId xmlns:r="http://schemas.openxmlformats.org/officeDocument/2006/relationships" id="262" r:id="R4863a490c94a4418"/>
    <p:sldId xmlns:r="http://schemas.openxmlformats.org/officeDocument/2006/relationships" id="263" r:id="R87a03cb90c2c4872"/>
    <p:sldId xmlns:r="http://schemas.openxmlformats.org/officeDocument/2006/relationships" id="264" r:id="Rddf66d9c82244926"/>
    <p:sldId xmlns:r="http://schemas.openxmlformats.org/officeDocument/2006/relationships" id="265" r:id="R3630a718973742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ef1f5d10642a6" /><Relationship Type="http://schemas.openxmlformats.org/officeDocument/2006/relationships/slideMaster" Target="/ppt/slideMasters/slideMaster1.xml" Id="R44b9552449bb4952" /><Relationship Type="http://schemas.openxmlformats.org/officeDocument/2006/relationships/notesMaster" Target="/ppt/notesMasters/notesMaster1.xml" Id="Rf47d295bc88d4f99" /><Relationship Type="http://schemas.openxmlformats.org/officeDocument/2006/relationships/presProps" Target="/ppt/presProps.xml" Id="Rb1be71ed74ab4ad6" /><Relationship Type="http://schemas.openxmlformats.org/officeDocument/2006/relationships/tableStyles" Target="/ppt/tableStyles.xml" Id="R431d408391134442" /><Relationship Type="http://schemas.openxmlformats.org/officeDocument/2006/relationships/slide" Target="/ppt/slides/slide1.xml" Id="R9902e025d8314f82" /><Relationship Type="http://schemas.openxmlformats.org/officeDocument/2006/relationships/slide" Target="/ppt/slides/slide2.xml" Id="R939d9e5c33a54ccb" /><Relationship Type="http://schemas.openxmlformats.org/officeDocument/2006/relationships/slide" Target="/ppt/slides/slide3.xml" Id="R69481f8dc3094610" /><Relationship Type="http://schemas.openxmlformats.org/officeDocument/2006/relationships/slide" Target="/ppt/slides/slide4.xml" Id="R9aa779a034fa45e7" /><Relationship Type="http://schemas.openxmlformats.org/officeDocument/2006/relationships/slide" Target="/ppt/slides/slide5.xml" Id="R7057b3a0d5874a89" /><Relationship Type="http://schemas.openxmlformats.org/officeDocument/2006/relationships/slide" Target="/ppt/slides/slide6.xml" Id="Rf9a1c9e1602a4ee1" /><Relationship Type="http://schemas.openxmlformats.org/officeDocument/2006/relationships/slide" Target="/ppt/slides/slide7.xml" Id="R4863a490c94a4418" /><Relationship Type="http://schemas.openxmlformats.org/officeDocument/2006/relationships/slide" Target="/ppt/slides/slide8.xml" Id="R87a03cb90c2c4872" /><Relationship Type="http://schemas.openxmlformats.org/officeDocument/2006/relationships/slide" Target="/ppt/slides/slide9.xml" Id="Rddf66d9c82244926" /><Relationship Type="http://schemas.openxmlformats.org/officeDocument/2006/relationships/slide" Target="/ppt/slides/slide10.xml" Id="R3630a7189737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69e92415544d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160de95f8d4ef6" /><Relationship Type="http://schemas.openxmlformats.org/officeDocument/2006/relationships/notesMaster" Target="/ppt/notesMasters/notesMaster1.xml" Id="R020af80f4d80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37011638241ed" /><Relationship Type="http://schemas.openxmlformats.org/officeDocument/2006/relationships/notesMaster" Target="/ppt/notesMasters/notesMaster1.xml" Id="R6acc471f09454c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8bc8c11c024f96" /><Relationship Type="http://schemas.openxmlformats.org/officeDocument/2006/relationships/notesMaster" Target="/ppt/notesMasters/notesMaster1.xml" Id="R6de0a8f6775d40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90ba31688c4edb" /><Relationship Type="http://schemas.openxmlformats.org/officeDocument/2006/relationships/notesMaster" Target="/ppt/notesMasters/notesMaster1.xml" Id="R5e1a87b379a4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11d4bbeaef425b" /><Relationship Type="http://schemas.openxmlformats.org/officeDocument/2006/relationships/notesMaster" Target="/ppt/notesMasters/notesMaster1.xml" Id="Rde95b720144241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4a0aefec274f6e" /><Relationship Type="http://schemas.openxmlformats.org/officeDocument/2006/relationships/notesMaster" Target="/ppt/notesMasters/notesMaster1.xml" Id="R6265cd228ce846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8c93813c8f4ffe" /><Relationship Type="http://schemas.openxmlformats.org/officeDocument/2006/relationships/notesMaster" Target="/ppt/notesMasters/notesMaster1.xml" Id="Rbcf9d86576bd42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a62476f7f746f4" /><Relationship Type="http://schemas.openxmlformats.org/officeDocument/2006/relationships/notesMaster" Target="/ppt/notesMasters/notesMaster1.xml" Id="R0e7bd901245048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399e3d27424ceb" /><Relationship Type="http://schemas.openxmlformats.org/officeDocument/2006/relationships/notesMaster" Target="/ppt/notesMasters/notesMaster1.xml" Id="Rcf6924eccc0d4a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45d59df9b14a51" /><Relationship Type="http://schemas.openxmlformats.org/officeDocument/2006/relationships/notesMaster" Target="/ppt/notesMasters/notesMaster1.xml" Id="R2540874b568646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6022eb7444d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883656d5941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9707d9d8d4f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54cc108544c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12086b40148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f1bb6b3bd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911BA38-5AAF-4F9D-8FDF-4E296F27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A0A676-C68E-4C86-90B0-0CD27C3CE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25083DE-D36B-41D3-9D52-2CA3B757B8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A8B78B7-05F9-417F-8CA0-1A25D1D4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D9E5CC-E386-4FFE-BC9C-BCE8D282CE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C0B489F-3554-4DAD-ADC8-83D4FEDA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DAFB56-B28D-42DE-BD3E-F0D0360AA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5F24D62-C92B-4DFE-93D2-9F3E8C8C06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0270424-B078-4026-836D-83FE9A97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B92BE6-F76B-4766-9689-42F595211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797FB3-A98D-4BB6-87B7-700FB0C52F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4DECB6-4660-4517-890D-A83B8AD71D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4D02009-6308-4F35-BB6B-C799A3B1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ADD67C-6F60-433E-BA8C-AD04E2736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4F867F-F3DE-4811-B027-7483EF9E93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15ca84177440bd" /><Relationship Type="http://schemas.openxmlformats.org/officeDocument/2006/relationships/slideLayout" Target="/ppt/slideLayouts/slideLayout1.xml" Id="Rfdea2f0bc9d944bc" /><Relationship Type="http://schemas.openxmlformats.org/officeDocument/2006/relationships/slideLayout" Target="/ppt/slideLayouts/slideLayout2.xml" Id="Rfb50ebfb71824ead" /><Relationship Type="http://schemas.openxmlformats.org/officeDocument/2006/relationships/slideLayout" Target="/ppt/slideLayouts/slideLayout3.xml" Id="Rafbfc1c6d065425c" /><Relationship Type="http://schemas.openxmlformats.org/officeDocument/2006/relationships/slideLayout" Target="/ppt/slideLayouts/slideLayout4.xml" Id="R9e11c1e720e3472c" /><Relationship Type="http://schemas.openxmlformats.org/officeDocument/2006/relationships/slideLayout" Target="/ppt/slideLayouts/slideLayout5.xml" Id="R6f06383b20624bf7" /><Relationship Type="http://schemas.openxmlformats.org/officeDocument/2006/relationships/slideLayout" Target="/ppt/slideLayouts/slideLayout6.xml" Id="R5538b065865447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a2f0bc9d944bc"/>
    <p:sldLayoutId xmlns:r="http://schemas.openxmlformats.org/officeDocument/2006/relationships" id="2147483650" r:id="Rfb50ebfb71824ead"/>
    <p:sldLayoutId xmlns:r="http://schemas.openxmlformats.org/officeDocument/2006/relationships" id="2147483651" r:id="Rafbfc1c6d065425c"/>
    <p:sldLayoutId xmlns:r="http://schemas.openxmlformats.org/officeDocument/2006/relationships" id="2147483652" r:id="R9e11c1e720e3472c"/>
    <p:sldLayoutId xmlns:r="http://schemas.openxmlformats.org/officeDocument/2006/relationships" id="2147483653" r:id="R6f06383b20624bf7"/>
    <p:sldLayoutId xmlns:r="http://schemas.openxmlformats.org/officeDocument/2006/relationships" id="2147483654" r:id="R5538b065865447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56d9e258374d2e" /><Relationship Type="http://schemas.openxmlformats.org/officeDocument/2006/relationships/image" Target="/ppt/media/image.png" Id="Rf148dbc040084b25" /><Relationship Type="http://schemas.openxmlformats.org/officeDocument/2006/relationships/notesSlide" Target="/ppt/notesSlides/notesSlide1.xml" Id="Rd4c29183f48f45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63123741d41e0" /><Relationship Type="http://schemas.openxmlformats.org/officeDocument/2006/relationships/notesSlide" Target="/ppt/notesSlides/notesSlide2.xml" Id="R26f05652839f44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da6b9eea04cb1" /><Relationship Type="http://schemas.openxmlformats.org/officeDocument/2006/relationships/notesSlide" Target="/ppt/notesSlides/notesSlide3.xml" Id="R07d084a06d514c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6bdcf53ca48d5" /><Relationship Type="http://schemas.openxmlformats.org/officeDocument/2006/relationships/notesSlide" Target="/ppt/notesSlides/notesSlide4.xml" Id="R7cc6819bc5b94f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1c8bd86b0493f" /><Relationship Type="http://schemas.openxmlformats.org/officeDocument/2006/relationships/notesSlide" Target="/ppt/notesSlides/notesSlide5.xml" Id="R8f7d11a343b64d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49c4ef0a045e0" /><Relationship Type="http://schemas.openxmlformats.org/officeDocument/2006/relationships/notesSlide" Target="/ppt/notesSlides/notesSlide6.xml" Id="Rdd6a9a33032448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2295a39794f58" /><Relationship Type="http://schemas.openxmlformats.org/officeDocument/2006/relationships/notesSlide" Target="/ppt/notesSlides/notesSlide7.xml" Id="Rfc8e8b8a102848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3921d747f4f0d" /><Relationship Type="http://schemas.openxmlformats.org/officeDocument/2006/relationships/notesSlide" Target="/ppt/notesSlides/notesSlide8.xml" Id="R08499fce309648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3fb41abba4e53" /><Relationship Type="http://schemas.openxmlformats.org/officeDocument/2006/relationships/notesSlide" Target="/ppt/notesSlides/notesSlide9.xml" Id="R074a52ce9cac43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59eb946e4440c" /><Relationship Type="http://schemas.openxmlformats.org/officeDocument/2006/relationships/notesSlide" Target="/ppt/notesSlides/notesSlide10.xml" Id="R72bab15551da4a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8dbc040084b25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6A1B1-B9D7-4EFF-B14C-95D334B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F0887-C9E0-4C50-92FB-E8DB613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Atención de turnos e historial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5B4CD-4103-4356-817E-5EEAC06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D09CD-857F-4E47-8A90-6D7C3285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PL3.1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B8D8B-D437-40CC-9B79-4FA430B8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08066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07870-844E-4CCE-A0D1-42E43FFD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65B89-F27A-4E33-A054-3B3770FA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8F30C-E6B2-44B7-9BCB-1888EC18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5E27B-9054-4821-8121-4DF096A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FBE1D-27A1-4810-A2F7-0C52F939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oficina recibe turnos, los atiende por llegada y permite consultar el historial. Una cola administra pendientes, una lista enlazada conserva atendidos y una pila permite deshacer la última atención.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F39EB-92DC-4322-9C5A-5CFF0D26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8 horas estimadas de desarrollo. Entrega individual en Java.</a:t>
            </a:r>
          </a:p>
        </p:txBody>
      </p:sp>
    </p:spTree>
    <p:extLst>
      <p:ext uri="{BB962C8B-B14F-4D97-AF65-F5344CB8AC3E}">
        <p14:creationId xmlns:p14="http://schemas.microsoft.com/office/powerpoint/2010/main" val="1224707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64B15-6D04-41EA-8A5C-DFE5F95A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A55EF-39A3-49A7-A7AA-D6BE1535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1. Estructuras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B3FD5-7375-48F9-9DEC-624E245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5D6A9-5B67-4AF4-8976-F317C2E7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F8293-2891-4873-A639-8B166CCE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Dibujar estados vacíos y unitarios y definir sus invariantes. Implementar operaciones aisladas.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23120-5946-4E25-A212-A5B9F338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526479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D9987-D5D6-43D2-9279-500649AC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3BA48-1DB9-4A35-A12E-D7626789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2.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D8DA5-5AB8-4E65-94FF-97A49E40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965F5-5D4E-42DA-ABE4-E01D212F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F7F67-335A-49A4-8020-2D76F1D3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Integrar recepción y atención, preservando identificadores y orden de llegada.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A338D-A9AD-4D53-81C3-8EFB9ED6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089743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FA500-C906-41AF-BEDD-EF8B55D0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59067-717B-4C4F-B2F0-51FB9B8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3. Deshacer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83515-82FB-4D06-8591-5BFAFF5F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E6D76-66F0-4391-B10E-2BA23542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DC83E-CD02-4192-B760-E0E68EA2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reversión atómica respecto de errores de capacidad. Crear pruebas de llenado, vaciado y múltiples vueltas.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2B171-6B7E-4A3B-A37D-5FAC5FF1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532580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3EABB-4582-484A-8E46-63065F89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2378C-D99F-43BA-972F-D0F516B3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4. Evidencias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45427-D7AD-471A-8CAB-51EA32A7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1F4A-FB23-4B8A-8582-695414E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7CE6F-C09B-4C6A-8A42-9CD00480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Registrar trazas por operación y justificar el costo de cada estructura, incluida la búsqueda de 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BBED9-815D-47C8-91EF-85B01103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feat(pl3.1):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2090294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32C6C-68E6-4B6A-B3A8-9A87E4A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C5818-EECD-4E3D-A37C-8191D172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71451-278E-487A-96EE-DAB2F991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395C3-19B8-4195-9872-FA6539B9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19372-0B12-49EB-AA58-08B2813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Fuentes Java organizados por paquetes y README con compilación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Carpeta evidencias con entradas, salidas reales y tabla de casos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Informe con decisiones, análisis temporal y espacial, resultados y conclusiones.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Repositorio con commits funcionales por fase y hash real de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Exposición breve con demostración de un caso normal y uno límite.</a:t>
            </a:r>
          </a:p>
        </p:txBody>
      </p:sp>
    </p:spTree>
    <p:extLst>
      <p:ext uri="{BB962C8B-B14F-4D97-AF65-F5344CB8AC3E}">
        <p14:creationId xmlns:p14="http://schemas.microsoft.com/office/powerpoint/2010/main" val="1479999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BF008-E929-407D-86A4-0BE024F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7D16B-D827-4BC9-BC22-C1FB7649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977E6-CDAF-4E41-9C35-E19D872D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410CC-46AA-4CB7-9D91-901174F0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 de aceptación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recibir A,B; atender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atendido A; pendiente B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deshacer atención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pendientes A,B; historial vacío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deshacer con cola llena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rechazo sin mutación parcial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listar dos veces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mismos elementos y mismo orden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8996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AEE9C-6F44-4348-9AE0-A1A7D808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61E5D-49A0-41F7-9E10-0B81FA4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6D9FF-052F-40E3-916F-A4D03CCB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F9005-2CCA-4669-9473-6E7B74E3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Corrección funcional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Análisis y decisiones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y evidencia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Organización y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Defensa y conclusiones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5369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72760-00C8-41A9-B0B2-AED576B3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FE78F-0F80-4261-9956-AF86FA65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y 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71F80-F750-43AB-BBF0-CDFE7D26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AC9F6-9BE9-4FEA-8959-5F16222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5161E-2E85-45B2-9FB6-51EB7D45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 cómo evitas perder un turno cuando deshacer falla por capacidad y muestra los invariantes después del error.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ABBBE-22AE-4BC3-980C-55A76A73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conclusiones deben apoyarse en tus resultados reales. Los descriptores completos de la rúbrica están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295952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2026-10-02T01:45:06.9920000Z</dcterms:created>
  <dcterms:modified xsi:type="dcterms:W3CDTF">2026-10-02T01:45:06.9920000Z</dcterms:modified>
</coreProperties>
</file>