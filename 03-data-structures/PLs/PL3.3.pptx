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de67b028224865" /><Relationship Type="http://schemas.openxmlformats.org/officeDocument/2006/relationships/extended-properties" Target="/docProps/app.xml" Id="Rd9be57a9744b44fe" /><Relationship Type="http://schemas.openxmlformats.org/officeDocument/2006/relationships/officeDocument" Target="/ppt/presentation.xml" Id="R2f4f8b901b624d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9d7ffa2e543c3"/>
  </p:sldMasterIdLst>
  <p:notesMasterIdLst>
    <p:notesMasterId xmlns:r="http://schemas.openxmlformats.org/officeDocument/2006/relationships" r:id="R8a93702938594df2"/>
  </p:notesMasterIdLst>
  <p:sldIdLst>
    <p:sldId xmlns:r="http://schemas.openxmlformats.org/officeDocument/2006/relationships" id="256" r:id="R7d7eef36a1fc4e12"/>
    <p:sldId xmlns:r="http://schemas.openxmlformats.org/officeDocument/2006/relationships" id="257" r:id="R5e346e766e8f481a"/>
    <p:sldId xmlns:r="http://schemas.openxmlformats.org/officeDocument/2006/relationships" id="258" r:id="R473a8f554c734dc0"/>
    <p:sldId xmlns:r="http://schemas.openxmlformats.org/officeDocument/2006/relationships" id="259" r:id="R6ee3db2cdab046c0"/>
    <p:sldId xmlns:r="http://schemas.openxmlformats.org/officeDocument/2006/relationships" id="260" r:id="R818ca7a4142c4382"/>
    <p:sldId xmlns:r="http://schemas.openxmlformats.org/officeDocument/2006/relationships" id="261" r:id="R7d34418da0804432"/>
    <p:sldId xmlns:r="http://schemas.openxmlformats.org/officeDocument/2006/relationships" id="262" r:id="R4fcc0228a80847cd"/>
    <p:sldId xmlns:r="http://schemas.openxmlformats.org/officeDocument/2006/relationships" id="263" r:id="R6edddf3a5f2a48d2"/>
    <p:sldId xmlns:r="http://schemas.openxmlformats.org/officeDocument/2006/relationships" id="264" r:id="Re1ca2d27d6ff4473"/>
    <p:sldId xmlns:r="http://schemas.openxmlformats.org/officeDocument/2006/relationships" id="265" r:id="R9fc8de9884304e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981b83650443ec" /><Relationship Type="http://schemas.openxmlformats.org/officeDocument/2006/relationships/slideMaster" Target="/ppt/slideMasters/slideMaster1.xml" Id="R6de9d7ffa2e543c3" /><Relationship Type="http://schemas.openxmlformats.org/officeDocument/2006/relationships/notesMaster" Target="/ppt/notesMasters/notesMaster1.xml" Id="R8a93702938594df2" /><Relationship Type="http://schemas.openxmlformats.org/officeDocument/2006/relationships/presProps" Target="/ppt/presProps.xml" Id="R754b2a915331437e" /><Relationship Type="http://schemas.openxmlformats.org/officeDocument/2006/relationships/tableStyles" Target="/ppt/tableStyles.xml" Id="R34172bb925464916" /><Relationship Type="http://schemas.openxmlformats.org/officeDocument/2006/relationships/slide" Target="/ppt/slides/slide1.xml" Id="R7d7eef36a1fc4e12" /><Relationship Type="http://schemas.openxmlformats.org/officeDocument/2006/relationships/slide" Target="/ppt/slides/slide2.xml" Id="R5e346e766e8f481a" /><Relationship Type="http://schemas.openxmlformats.org/officeDocument/2006/relationships/slide" Target="/ppt/slides/slide3.xml" Id="R473a8f554c734dc0" /><Relationship Type="http://schemas.openxmlformats.org/officeDocument/2006/relationships/slide" Target="/ppt/slides/slide4.xml" Id="R6ee3db2cdab046c0" /><Relationship Type="http://schemas.openxmlformats.org/officeDocument/2006/relationships/slide" Target="/ppt/slides/slide5.xml" Id="R818ca7a4142c4382" /><Relationship Type="http://schemas.openxmlformats.org/officeDocument/2006/relationships/slide" Target="/ppt/slides/slide6.xml" Id="R7d34418da0804432" /><Relationship Type="http://schemas.openxmlformats.org/officeDocument/2006/relationships/slide" Target="/ppt/slides/slide7.xml" Id="R4fcc0228a80847cd" /><Relationship Type="http://schemas.openxmlformats.org/officeDocument/2006/relationships/slide" Target="/ppt/slides/slide8.xml" Id="R6edddf3a5f2a48d2" /><Relationship Type="http://schemas.openxmlformats.org/officeDocument/2006/relationships/slide" Target="/ppt/slides/slide9.xml" Id="Re1ca2d27d6ff4473" /><Relationship Type="http://schemas.openxmlformats.org/officeDocument/2006/relationships/slide" Target="/ppt/slides/slide10.xml" Id="R9fc8de9884304e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875f9de83c49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e2ae5776404872" /><Relationship Type="http://schemas.openxmlformats.org/officeDocument/2006/relationships/notesMaster" Target="/ppt/notesMasters/notesMaster1.xml" Id="Rb447a2cd834b47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1453cb8e004731" /><Relationship Type="http://schemas.openxmlformats.org/officeDocument/2006/relationships/notesMaster" Target="/ppt/notesMasters/notesMaster1.xml" Id="Rd16c139222c945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826276888a4cff" /><Relationship Type="http://schemas.openxmlformats.org/officeDocument/2006/relationships/notesMaster" Target="/ppt/notesMasters/notesMaster1.xml" Id="Rad6f0c832c7f42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c5c66f37bf4d5f" /><Relationship Type="http://schemas.openxmlformats.org/officeDocument/2006/relationships/notesMaster" Target="/ppt/notesMasters/notesMaster1.xml" Id="R7b1acf78cc2046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7645a549e647b6" /><Relationship Type="http://schemas.openxmlformats.org/officeDocument/2006/relationships/notesMaster" Target="/ppt/notesMasters/notesMaster1.xml" Id="Rf22951afe83d45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b5cc74475b4595" /><Relationship Type="http://schemas.openxmlformats.org/officeDocument/2006/relationships/notesMaster" Target="/ppt/notesMasters/notesMaster1.xml" Id="Rbfb05e0de22c46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06d709b8cd4abd" /><Relationship Type="http://schemas.openxmlformats.org/officeDocument/2006/relationships/notesMaster" Target="/ppt/notesMasters/notesMaster1.xml" Id="R29f639f8a2c140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de0269ab8f4373" /><Relationship Type="http://schemas.openxmlformats.org/officeDocument/2006/relationships/notesMaster" Target="/ppt/notesMasters/notesMaster1.xml" Id="R7c5e101039734d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10e61e06b94908" /><Relationship Type="http://schemas.openxmlformats.org/officeDocument/2006/relationships/notesMaster" Target="/ppt/notesMasters/notesMaster1.xml" Id="R39284d669b2841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450c5bd21d4f52" /><Relationship Type="http://schemas.openxmlformats.org/officeDocument/2006/relationships/notesMaster" Target="/ppt/notesMasters/notesMaster1.xml" Id="Ra9cdbdffc954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97567d33847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4c43a431345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1b1a239054b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4062d819043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e429694c643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ba77b57234c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ABFA85E-DF5B-40BD-9BF8-CB58B725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6ECFDF-C8A8-41DF-8214-E249C4F35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EBEBE7B-7167-43CD-931E-76760ED1F0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5AEC20D-FC78-4F3D-8A6E-252CF38A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804C61-AEF7-483B-B3A7-E825C6CB6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41EA63B-E3C6-4294-BAD8-B8CF864A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7C5E48-B5D5-4F02-9DD1-242166AFD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5E8579E-6AFA-4374-86CA-1CE340752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13DEB92-1DB6-4041-9231-EE9116C5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767B08-D727-4F7C-BA4D-7288DD6F6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27D79B-4AB3-41FF-AD6A-75CD174D63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9E23BB-18B3-4A89-89D3-B548F82C94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5B810A5-8AAC-46B6-9B09-99462926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646A4E-4612-45CC-8897-355CFCE63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CC4880-E6E4-4AFB-BE2A-19B8537133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2c0ae8e7944c4c" /><Relationship Type="http://schemas.openxmlformats.org/officeDocument/2006/relationships/slideLayout" Target="/ppt/slideLayouts/slideLayout1.xml" Id="R6eed72179a004656" /><Relationship Type="http://schemas.openxmlformats.org/officeDocument/2006/relationships/slideLayout" Target="/ppt/slideLayouts/slideLayout2.xml" Id="R6c28f4770ff24437" /><Relationship Type="http://schemas.openxmlformats.org/officeDocument/2006/relationships/slideLayout" Target="/ppt/slideLayouts/slideLayout3.xml" Id="Rc3b654a9676549ce" /><Relationship Type="http://schemas.openxmlformats.org/officeDocument/2006/relationships/slideLayout" Target="/ppt/slideLayouts/slideLayout4.xml" Id="R45e982630a594921" /><Relationship Type="http://schemas.openxmlformats.org/officeDocument/2006/relationships/slideLayout" Target="/ppt/slideLayouts/slideLayout5.xml" Id="R4c98c598ee394840" /><Relationship Type="http://schemas.openxmlformats.org/officeDocument/2006/relationships/slideLayout" Target="/ppt/slideLayouts/slideLayout6.xml" Id="R124542493f9441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ed72179a004656"/>
    <p:sldLayoutId xmlns:r="http://schemas.openxmlformats.org/officeDocument/2006/relationships" id="2147483650" r:id="R6c28f4770ff24437"/>
    <p:sldLayoutId xmlns:r="http://schemas.openxmlformats.org/officeDocument/2006/relationships" id="2147483651" r:id="Rc3b654a9676549ce"/>
    <p:sldLayoutId xmlns:r="http://schemas.openxmlformats.org/officeDocument/2006/relationships" id="2147483652" r:id="R45e982630a594921"/>
    <p:sldLayoutId xmlns:r="http://schemas.openxmlformats.org/officeDocument/2006/relationships" id="2147483653" r:id="R4c98c598ee394840"/>
    <p:sldLayoutId xmlns:r="http://schemas.openxmlformats.org/officeDocument/2006/relationships" id="2147483654" r:id="R124542493f9441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7f741c7a7447d" /><Relationship Type="http://schemas.openxmlformats.org/officeDocument/2006/relationships/image" Target="/ppt/media/image.png" Id="Re577c3ae71124aaa" /><Relationship Type="http://schemas.openxmlformats.org/officeDocument/2006/relationships/notesSlide" Target="/ppt/notesSlides/notesSlide1.xml" Id="R2c38eb8921da47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a9562959148a6" /><Relationship Type="http://schemas.openxmlformats.org/officeDocument/2006/relationships/notesSlide" Target="/ppt/notesSlides/notesSlide2.xml" Id="R318fb7c468a042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2717ec96d4cad" /><Relationship Type="http://schemas.openxmlformats.org/officeDocument/2006/relationships/notesSlide" Target="/ppt/notesSlides/notesSlide3.xml" Id="R96e10360989846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f886ea0f0420e" /><Relationship Type="http://schemas.openxmlformats.org/officeDocument/2006/relationships/notesSlide" Target="/ppt/notesSlides/notesSlide4.xml" Id="R51782cfce90242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53fea8f8e4fa6" /><Relationship Type="http://schemas.openxmlformats.org/officeDocument/2006/relationships/notesSlide" Target="/ppt/notesSlides/notesSlide5.xml" Id="R9e3175ae3fc149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b923df08c49a3" /><Relationship Type="http://schemas.openxmlformats.org/officeDocument/2006/relationships/notesSlide" Target="/ppt/notesSlides/notesSlide6.xml" Id="R0695040a6dc34a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07227a291486f" /><Relationship Type="http://schemas.openxmlformats.org/officeDocument/2006/relationships/notesSlide" Target="/ppt/notesSlides/notesSlide7.xml" Id="Rc6c06659bba945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ec658859734dad" /><Relationship Type="http://schemas.openxmlformats.org/officeDocument/2006/relationships/notesSlide" Target="/ppt/notesSlides/notesSlide8.xml" Id="R37492ab6df1248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9727cc01ec4a61" /><Relationship Type="http://schemas.openxmlformats.org/officeDocument/2006/relationships/notesSlide" Target="/ppt/notesSlides/notesSlide9.xml" Id="Rd8e7b97b2c274c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29682c9a040f9" /><Relationship Type="http://schemas.openxmlformats.org/officeDocument/2006/relationships/notesSlide" Target="/ppt/notesSlides/notesSlide10.xml" Id="Rccb3457a292c40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7c3ae71124aaa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E762B-572F-4E8C-8585-8404F826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C9144-8F32-4288-8936-FDA3D9EA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Rutas y jerarquías de una 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90462-249B-49C5-82FE-5B578D0F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A5B29-62B1-4C24-8F41-8B42F07C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PL3.3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04B17-DDA4-42A5-99E6-6EC658B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984000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1D059-32B5-49B3-89E4-F93B2C3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5A6EC-1762-47D2-A2F3-875079EA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412B5-5A01-4149-B2E5-1EAA067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439AA-C4B6-472C-BA9D-38150654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6A429-0E2A-42BB-88B9-0DC1080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Adaptación del proyecto de rutas BFS y DFS suministrado. La entrega obligatoria usa consola y archivos de texto para concentrar el trabajo en estructuras y recorridos. Una vista Swing de mapa puede añadirse como ampliación.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87EA0-2788-49AE-9DC3-B8B7B8F2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10 horas estimadas de desarrollo. Entrega individual en Java.</a:t>
            </a:r>
          </a:p>
        </p:txBody>
      </p:sp>
    </p:spTree>
    <p:extLst>
      <p:ext uri="{BB962C8B-B14F-4D97-AF65-F5344CB8AC3E}">
        <p14:creationId xmlns:p14="http://schemas.microsoft.com/office/powerpoint/2010/main" val="220903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801FB-722A-4C13-8972-8EB09937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A616D-6A19-474F-B6A8-8FB4A58C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1. Modelo y archivos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8906-20A8-4208-ACA9-5E8A641B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14EDF-734F-4051-AF4B-9F323A52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849DE-414C-49A0-8F30-C130CAC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esquema de datos, invariantes y errores. Cargar un grafo con dos componentes y un ciclo.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B95D2-CB64-4D2B-9081-A7A45CB6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feat(pl3.3):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852338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20AB2-5933-4D0E-956B-5632E0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C69D3-95CA-4838-AD9D-80972538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2. Catálogo y recorridos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D0A2C-38E5-4FE3-8FAA-424D7916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36548-7C8B-4A65-B31C-CE8DF700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F35E6-5B36-4791-A88D-42E6CE57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Implementar BST, BFS y DFS independientes de consola o interfaz. Ordenar vecinos para reproducibilidad.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02200-8EDF-4119-9308-13BB1BC9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feat(pl3.3):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899979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B3045-6632-466A-ACA7-A0F85BC7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E1F16-8484-4400-B261-8CFDB54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3. Edición y persistencia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697AE-22A8-403E-9B5E-57B5B991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8C4D5-E806-4C3D-974B-16CB3051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6753D-0518-46BF-BB82-317B2BF8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Agregar y borrar elementos, guardar y recargar. Rechazar archivos inválidos sin dejar un estado parcial.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5F459-571E-445C-88ED-A0684830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feat(pl3.3):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367818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14877-AB8B-4482-A9AA-2D6A8A49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833BD-2D17-43B8-B828-6BC70F10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4. Comparación y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2C118-ADE9-4109-A8DE-02923E5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D658D-C981-4901-94B4-EFA80716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8CA73-B639-4F15-A29B-C6FFF8AF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Contrastar rutas, visitados y costos. Explicar por qué DFS no promete la ruta más corta.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F4B73-10E5-4629-8BBA-DD662989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feat(pl3.3):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5579320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90EED-7DFF-4E3D-AC5F-29AD6985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A2B0E-37F1-4858-83D0-1BB4629A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05092-64BC-46A0-A88A-383C8310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B6B07-BA5D-4181-9A00-7C7AF2D3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2185B-DE8E-45D0-9E94-160B3DEE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Fuentes Java organizados por paquetes y README con compilación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Carpeta evidencias con entradas, salidas reales y tabla de casos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Informe con decisiones, análisis temporal y espacial, resultados y conclusiones.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Repositorio con commits funcionales por fase y hash real de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Exposición breve con demostración de un caso normal y uno límite.</a:t>
            </a:r>
          </a:p>
        </p:txBody>
      </p:sp>
    </p:spTree>
    <p:extLst>
      <p:ext uri="{BB962C8B-B14F-4D97-AF65-F5344CB8AC3E}">
        <p14:creationId xmlns:p14="http://schemas.microsoft.com/office/powerpoint/2010/main" val="19853383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943A4-B7FA-4A0C-BF5A-107D60A5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563DC-A4F7-426A-B119-8D4E8385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95D60-9751-4AFD-87C9-47A43426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21E42-FEFD-451E-B8AE-2977FCE5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 de aceptación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A-B,A-C,B-D,C-D; ruta A-D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BFS devuelve 2 aristas; DFS devuelve ruta válida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 aislado; A-E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camino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A-A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ruta [A]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borrar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B en BST ni aristas incidentes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archivo con extremo X inexistente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rechazo con diagnóstico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834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75803-6DDC-4E1E-9A7D-2FCA4944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9AEE6-22A6-4D5B-A55A-3E666FA9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E1F38-865B-40A0-9AA1-DC984FF0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27C6E-2CA9-4913-AAD0-47F8642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Corrección funcional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Análisis y decisiones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 y evidencia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Organización y 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Defensa y conclusiones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46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32E2F-B39B-479F-BE78-BFC5350D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78BE2-E26C-45F4-8DA4-872418E3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y 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70253-AE0C-4533-8F82-0F8EBAE2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9E715-DD1A-4A8B-BF8B-8F0AB596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3BE70-E658-43B0-A4F3-AE15B048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Añade una arista que cambie el camino mínimo y explica el resultado de BFS y DFS usando sus estructuras de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35FB0-9111-4D06-A780-76A88C7F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conclusiones deben apoyarse en tus resultados reales. Los descriptores completos de la rúbrica están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2085912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2026-10-02T01:45:17.7810000Z</dcterms:created>
  <dcterms:modified xsi:type="dcterms:W3CDTF">2026-10-02T01:45:17.7810000Z</dcterms:modified>
</coreProperties>
</file>