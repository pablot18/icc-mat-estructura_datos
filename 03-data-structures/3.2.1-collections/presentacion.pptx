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da9c8f9084108" /><Relationship Type="http://schemas.openxmlformats.org/officeDocument/2006/relationships/extended-properties" Target="/docProps/app.xml" Id="R18b1836234634b6e" /><Relationship Type="http://schemas.openxmlformats.org/officeDocument/2006/relationships/officeDocument" Target="/ppt/presentation.xml" Id="R92c8fec38eda4d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32e250e72f45f4"/>
  </p:sldMasterIdLst>
  <p:notesMasterIdLst>
    <p:notesMasterId xmlns:r="http://schemas.openxmlformats.org/officeDocument/2006/relationships" r:id="R5eb43cfeb7f54612"/>
  </p:notesMasterIdLst>
  <p:sldIdLst>
    <p:sldId xmlns:r="http://schemas.openxmlformats.org/officeDocument/2006/relationships" id="256" r:id="R57745e749151470c"/>
    <p:sldId xmlns:r="http://schemas.openxmlformats.org/officeDocument/2006/relationships" id="257" r:id="R0fbfabe8cf5c438f"/>
    <p:sldId xmlns:r="http://schemas.openxmlformats.org/officeDocument/2006/relationships" id="258" r:id="R8507b63c6636471a"/>
    <p:sldId xmlns:r="http://schemas.openxmlformats.org/officeDocument/2006/relationships" id="259" r:id="Rbb0d10d845294a0e"/>
    <p:sldId xmlns:r="http://schemas.openxmlformats.org/officeDocument/2006/relationships" id="260" r:id="Rfd882d17fe784c2e"/>
    <p:sldId xmlns:r="http://schemas.openxmlformats.org/officeDocument/2006/relationships" id="261" r:id="R7a32a7bfbcb748f7"/>
    <p:sldId xmlns:r="http://schemas.openxmlformats.org/officeDocument/2006/relationships" id="262" r:id="R4c5c563a784548a8"/>
    <p:sldId xmlns:r="http://schemas.openxmlformats.org/officeDocument/2006/relationships" id="263" r:id="Redda7b234410437c"/>
    <p:sldId xmlns:r="http://schemas.openxmlformats.org/officeDocument/2006/relationships" id="264" r:id="R97c79fe6636340aa"/>
    <p:sldId xmlns:r="http://schemas.openxmlformats.org/officeDocument/2006/relationships" id="265" r:id="Rb36ff3652fc74a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30580216964a80" /><Relationship Type="http://schemas.openxmlformats.org/officeDocument/2006/relationships/slideMaster" Target="/ppt/slideMasters/slideMaster1.xml" Id="Rc532e250e72f45f4" /><Relationship Type="http://schemas.openxmlformats.org/officeDocument/2006/relationships/notesMaster" Target="/ppt/notesMasters/notesMaster1.xml" Id="R5eb43cfeb7f54612" /><Relationship Type="http://schemas.openxmlformats.org/officeDocument/2006/relationships/presProps" Target="/ppt/presProps.xml" Id="R95fc979fd5c743cd" /><Relationship Type="http://schemas.openxmlformats.org/officeDocument/2006/relationships/tableStyles" Target="/ppt/tableStyles.xml" Id="R56e4f224248f45a3" /><Relationship Type="http://schemas.openxmlformats.org/officeDocument/2006/relationships/slide" Target="/ppt/slides/slide1.xml" Id="R57745e749151470c" /><Relationship Type="http://schemas.openxmlformats.org/officeDocument/2006/relationships/slide" Target="/ppt/slides/slide2.xml" Id="R0fbfabe8cf5c438f" /><Relationship Type="http://schemas.openxmlformats.org/officeDocument/2006/relationships/slide" Target="/ppt/slides/slide3.xml" Id="R8507b63c6636471a" /><Relationship Type="http://schemas.openxmlformats.org/officeDocument/2006/relationships/slide" Target="/ppt/slides/slide4.xml" Id="Rbb0d10d845294a0e" /><Relationship Type="http://schemas.openxmlformats.org/officeDocument/2006/relationships/slide" Target="/ppt/slides/slide5.xml" Id="Rfd882d17fe784c2e" /><Relationship Type="http://schemas.openxmlformats.org/officeDocument/2006/relationships/slide" Target="/ppt/slides/slide6.xml" Id="R7a32a7bfbcb748f7" /><Relationship Type="http://schemas.openxmlformats.org/officeDocument/2006/relationships/slide" Target="/ppt/slides/slide7.xml" Id="R4c5c563a784548a8" /><Relationship Type="http://schemas.openxmlformats.org/officeDocument/2006/relationships/slide" Target="/ppt/slides/slide8.xml" Id="Redda7b234410437c" /><Relationship Type="http://schemas.openxmlformats.org/officeDocument/2006/relationships/slide" Target="/ppt/slides/slide9.xml" Id="R97c79fe6636340aa" /><Relationship Type="http://schemas.openxmlformats.org/officeDocument/2006/relationships/slide" Target="/ppt/slides/slide10.xml" Id="Rb36ff3652fc7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824f531c39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b60c054b54fd9" /><Relationship Type="http://schemas.openxmlformats.org/officeDocument/2006/relationships/notesMaster" Target="/ppt/notesMasters/notesMaster1.xml" Id="Rec961f55df72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dcd32e41e44d3" /><Relationship Type="http://schemas.openxmlformats.org/officeDocument/2006/relationships/notesMaster" Target="/ppt/notesMasters/notesMaster1.xml" Id="R1807b5fa3cc446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722286d4947fd" /><Relationship Type="http://schemas.openxmlformats.org/officeDocument/2006/relationships/notesMaster" Target="/ppt/notesMasters/notesMaster1.xml" Id="Rd5144152b47e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1b47b89f614182" /><Relationship Type="http://schemas.openxmlformats.org/officeDocument/2006/relationships/notesMaster" Target="/ppt/notesMasters/notesMaster1.xml" Id="Rcb6a1f4ca82a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162cf010f4842" /><Relationship Type="http://schemas.openxmlformats.org/officeDocument/2006/relationships/notesMaster" Target="/ppt/notesMasters/notesMaster1.xml" Id="R48f1d964ef58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7e4cde4ed84e9d" /><Relationship Type="http://schemas.openxmlformats.org/officeDocument/2006/relationships/notesMaster" Target="/ppt/notesMasters/notesMaster1.xml" Id="R65c69fb17c6c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6c5888a7a452c" /><Relationship Type="http://schemas.openxmlformats.org/officeDocument/2006/relationships/notesMaster" Target="/ppt/notesMasters/notesMaster1.xml" Id="Rce75c54a4df64b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69d60e3b4744d7" /><Relationship Type="http://schemas.openxmlformats.org/officeDocument/2006/relationships/notesMaster" Target="/ppt/notesMasters/notesMaster1.xml" Id="R6984afc351a947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7fe40bd08b4aba" /><Relationship Type="http://schemas.openxmlformats.org/officeDocument/2006/relationships/notesMaster" Target="/ppt/notesMasters/notesMaster1.xml" Id="Ra2f4348cb9e447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9c5a7612b8460a" /><Relationship Type="http://schemas.openxmlformats.org/officeDocument/2006/relationships/notesMaster" Target="/ppt/notesMasters/notesMaster1.xml" Id="Rd51a19ed504a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bc34014140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e091dacc448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0f4e9b07b41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ba8405f2341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7fe26b1b48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3a1fdafc0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014C86-E5E9-4D5A-9D71-6252997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EEC9A-28C6-4A35-B8AD-BB987BA1F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E7FA39C-79C1-4063-87AA-D8FD257CAE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D086D07-3138-40D5-A8FC-9F61C77F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1CC4B2-3959-4CF8-B02D-FBF4F2715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EA4D3DB-0FEC-41ED-91C2-A645332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4588BF-AA36-42A3-8765-CB092E090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4B10F77-0D64-4660-BB31-11570B05E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88CE572-3559-4389-8540-CAC304AC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4BB2FA-E7DB-453E-889F-56408B3BD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0BC343-2D44-42D1-9F54-849F2FEE6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6ADB4C-2B16-4A7F-8E18-15801A9FA7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3BE06F-A72E-4B17-8D82-FEEE058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42EC2A-44AD-45F1-A052-204867975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B11989-9CB7-4F38-9693-3F01AAD00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25c91ce694c0f" /><Relationship Type="http://schemas.openxmlformats.org/officeDocument/2006/relationships/slideLayout" Target="/ppt/slideLayouts/slideLayout1.xml" Id="R20508fab2785410a" /><Relationship Type="http://schemas.openxmlformats.org/officeDocument/2006/relationships/slideLayout" Target="/ppt/slideLayouts/slideLayout2.xml" Id="R529662aad2074845" /><Relationship Type="http://schemas.openxmlformats.org/officeDocument/2006/relationships/slideLayout" Target="/ppt/slideLayouts/slideLayout3.xml" Id="Ra4f8b7c9fab64b0c" /><Relationship Type="http://schemas.openxmlformats.org/officeDocument/2006/relationships/slideLayout" Target="/ppt/slideLayouts/slideLayout4.xml" Id="Rf415b57c25084403" /><Relationship Type="http://schemas.openxmlformats.org/officeDocument/2006/relationships/slideLayout" Target="/ppt/slideLayouts/slideLayout5.xml" Id="Rb3a3e270565a4811" /><Relationship Type="http://schemas.openxmlformats.org/officeDocument/2006/relationships/slideLayout" Target="/ppt/slideLayouts/slideLayout6.xml" Id="R23cd18a7fb9b44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08fab2785410a"/>
    <p:sldLayoutId xmlns:r="http://schemas.openxmlformats.org/officeDocument/2006/relationships" id="2147483650" r:id="R529662aad2074845"/>
    <p:sldLayoutId xmlns:r="http://schemas.openxmlformats.org/officeDocument/2006/relationships" id="2147483651" r:id="Ra4f8b7c9fab64b0c"/>
    <p:sldLayoutId xmlns:r="http://schemas.openxmlformats.org/officeDocument/2006/relationships" id="2147483652" r:id="Rf415b57c25084403"/>
    <p:sldLayoutId xmlns:r="http://schemas.openxmlformats.org/officeDocument/2006/relationships" id="2147483653" r:id="Rb3a3e270565a4811"/>
    <p:sldLayoutId xmlns:r="http://schemas.openxmlformats.org/officeDocument/2006/relationships" id="2147483654" r:id="R23cd18a7fb9b44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9cc7bb50d4407" /><Relationship Type="http://schemas.openxmlformats.org/officeDocument/2006/relationships/image" Target="/ppt/media/image.png" Id="Re32bd5dc25324d2e" /><Relationship Type="http://schemas.openxmlformats.org/officeDocument/2006/relationships/notesSlide" Target="/ppt/notesSlides/notesSlide1.xml" Id="R11796e237f53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7fbdb0a824fef" /><Relationship Type="http://schemas.openxmlformats.org/officeDocument/2006/relationships/notesSlide" Target="/ppt/notesSlides/notesSlide2.xml" Id="R1f23a814f1334c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2d1647df544ba" /><Relationship Type="http://schemas.openxmlformats.org/officeDocument/2006/relationships/notesSlide" Target="/ppt/notesSlides/notesSlide3.xml" Id="Rad0855ff31a2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49bcb69a740f0" /><Relationship Type="http://schemas.openxmlformats.org/officeDocument/2006/relationships/notesSlide" Target="/ppt/notesSlides/notesSlide4.xml" Id="Rad07a43f362b4f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4368040e0439e" /><Relationship Type="http://schemas.openxmlformats.org/officeDocument/2006/relationships/notesSlide" Target="/ppt/notesSlides/notesSlide5.xml" Id="R917985004808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8e8d3cec3497b" /><Relationship Type="http://schemas.openxmlformats.org/officeDocument/2006/relationships/notesSlide" Target="/ppt/notesSlides/notesSlide6.xml" Id="R8370b21ded75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559badba045ac" /><Relationship Type="http://schemas.openxmlformats.org/officeDocument/2006/relationships/notesSlide" Target="/ppt/notesSlides/notesSlide7.xml" Id="R5470d441092445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a1bac2cec4b19" /><Relationship Type="http://schemas.openxmlformats.org/officeDocument/2006/relationships/notesSlide" Target="/ppt/notesSlides/notesSlide8.xml" Id="R7ef403f473df41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6bbea06cb4851" /><Relationship Type="http://schemas.openxmlformats.org/officeDocument/2006/relationships/notesSlide" Target="/ppt/notesSlides/notesSlide9.xml" Id="R4624e786cfc040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f0882efe84535" /><Relationship Type="http://schemas.openxmlformats.org/officeDocument/2006/relationships/notesSlide" Target="/ppt/notesSlides/notesSlide10.xml" Id="Rcf126ff943f741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bd5dc25324d2e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B8DD0-18F3-4F15-803C-7A56C59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2371D-222F-4F8B-BE42-09638AF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Colecciones y conjuntos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0E24-BF43-4CF2-A461-E4D4969D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BCA8B-A09D-4827-BDD8-257B509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3.2.1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1008-3E01-484A-AF84-DF9BE821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783582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4588-D538-4483-95BF-D0ED85E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D9C6C-4D76-4067-B8AA-6AB5E5D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8A5DC-09A1-4663-A091-9CD23DF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86BB8-5098-4E7E-B994-4F72FF22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05708-6C53-491E-878E-57DAA297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Interfaces y significado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Igualdad y unicidad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Orden de iteración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Costo y operaciones de conjuntos</a:t>
            </a:r>
          </a:p>
        </p:txBody>
      </p:sp>
    </p:spTree>
    <p:extLst>
      <p:ext uri="{BB962C8B-B14F-4D97-AF65-F5344CB8AC3E}">
        <p14:creationId xmlns:p14="http://schemas.microsoft.com/office/powerpoint/2010/main" val="854808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ED953-FF4F-476A-8C9C-BD49139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64BE4-2D00-4568-AA64-7F32321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Lista, conjunto y mapa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CA3E4-8CBF-4C57-BA66-B03C3D1C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95995-FBF5-4C11-943A-F251CC05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A29E-8670-4711-AC62-D1B8E08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9845-5EAA-4DF4-B93E-DA57D7E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lista representa secuencia y admite repetidos.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86DE-93B6-4FB0-BB65-AA46544A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AFB28-D66A-464D-87F3-3602AFE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conjunto representa pertenencia sin duplicados.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158E-006D-42D5-B989-A2FAF1B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D8675-BB4C-44AC-94DC-07B54B7F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mapa asocia una clave con un valor.</a:t>
            </a:r>
          </a:p>
        </p:txBody>
      </p:sp>
    </p:spTree>
    <p:extLst>
      <p:ext uri="{BB962C8B-B14F-4D97-AF65-F5344CB8AC3E}">
        <p14:creationId xmlns:p14="http://schemas.microsoft.com/office/powerpoint/2010/main" val="1403476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C565E-2C5C-4F57-AD22-BAD27689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A3460-0D01-4149-AABB-A690B6F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Igualdad y orden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59D4-ED16-4C3A-B51A-C79DEC7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5551-8724-4DEB-82C4-6E8F10A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62174-17E7-477D-AC5F-C9A0711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1C9EB-99C7-4AEB-9237-1ABC99F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Java usa equals/hashCode en conjuntos hash. Python requiere elementos hashables.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FE4E-42C0-41DE-BD60-DD461363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E7C4C-82B7-49BA-98CA-F1005E1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JavaScript compara objetos por identidad.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49B5D-4F74-4809-9F90-3694826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A5951-60C8-4574-BC19-0D98872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orden de un HashSet no está garantizado. La salida puede requerir una lista adicional.</a:t>
            </a:r>
          </a:p>
        </p:txBody>
      </p:sp>
    </p:spTree>
    <p:extLst>
      <p:ext uri="{BB962C8B-B14F-4D97-AF65-F5344CB8AC3E}">
        <p14:creationId xmlns:p14="http://schemas.microsoft.com/office/powerpoint/2010/main" val="1218022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AD943-096E-4AAD-9952-A596FB1E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E0047-8E47-4D68-A244-FF36F70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Operaciones de conjuntos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31B31-68E3-470E-83B8-321AB3D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9A295-9922-4825-B700-D3FB3AD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98272-0DAC-4B67-9149-990B6E8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3F018-B398-46B8-875A-5985C52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Unión: valores presentes en cualquiera. Intersección: presentes en ambos.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B05B-E412-4CE5-A3F7-E77179F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F42A6-1052-4658-8547-4D814C0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Diferencia: presentes en el primero y ausentes en el segundo.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A6B4C-B8BF-4658-ACF5-0677444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34C0D-84E9-447A-A2BA-DCF9506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Hashing suele ofrecer acceso esperado constante, condicionado a la implementación y dispersión.</a:t>
            </a:r>
          </a:p>
        </p:txBody>
      </p:sp>
    </p:spTree>
    <p:extLst>
      <p:ext uri="{BB962C8B-B14F-4D97-AF65-F5344CB8AC3E}">
        <p14:creationId xmlns:p14="http://schemas.microsoft.com/office/powerpoint/2010/main" val="990137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DB071-4133-40D5-9B24-5C45232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656EA-265A-4133-A0F2-CFE3AE7E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21C0A-D5FD-44AC-84B9-5CB3C483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6A630-921E-4005-A57E-F1E4525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procesada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Salida sin repetidos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B,A,C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843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281AB-34D3-4EE8-9350-59DC18D4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BA669-9C4E-4F86-8968-062B5A1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F2DA8-49B2-4710-80C0-C4E4A3F9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0C2BD-94AF-42A2-AE55-FC8789B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FDF2D-8C45-4855-8697-9DD9AE5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List&lt;String&gt; unique(List&lt;String&gt; input)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Set&lt;String&gt; seen=new HashSet&lt;&gt;(); List&lt;String&gt; out=new ArrayList&lt;&gt;();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(String value:input) if (seen.add(value)) out.add(value);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out;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94B03-BD09-4BD7-AB3A-09B9099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822356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62009-589E-472F-97E3-1DEE5125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D5777-CB71-4C84-B7E6-40CA3258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87156-BE5B-4A77-B961-7FF69BC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E773C-B71A-409A-B3F9-5F5EFE8B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1ECBD-10C5-4416-B4A2-73E4C81E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Calcula inscritos comunes, exclusivos y unión de dos cursos. La salida debe seguir el orden de primera aparición: para la unión, primero los del curso A y luego los nuevos del B. Documenta igualdad por código.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F9A06-80CA-44F5-846D-2715078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evidencias/PC3.2.1.md.</a:t>
            </a:r>
          </a:p>
        </p:txBody>
      </p:sp>
    </p:spTree>
    <p:extLst>
      <p:ext uri="{BB962C8B-B14F-4D97-AF65-F5344CB8AC3E}">
        <p14:creationId xmlns:p14="http://schemas.microsoft.com/office/powerpoint/2010/main" val="1395096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094F9-0DF2-4E4D-8852-8CE651B3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43DD6-2769-4870-B060-7A4FD2B5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87166-B879-4CE6-A567-E49373F3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32D5A-20CD-4BDA-B5E4-A6DE1386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A=[P,Q,P], B=[Q,R]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intersección [Q]; unión [P,Q,R]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A=[], B=[R]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intersección []; unión [R]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A=[P], B=[P]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exclusivos vacíos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84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67CF1-C41B-44E3-B946-02CAF4E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1FA58-21B7-4ECE-8018-AF7DA902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9408-5E19-4243-8103-156885F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8FCF2-A1EB-4D37-BDE6-1E773A4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5D411-DB3C-4533-9C54-EE48F4D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colección agrupa elementos y ofrece operaciones de consulta y modificación. Una lista preserva una secuencia y permite repetidos.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estructuras hash habituales, pertenencia e inserción tienen costo esperado constante bajo buena dispersión, pero no una garantía universal. La deduplicación esperada cuesta Θ(n) y reserva Θ(u) memoria para u códigos únicos, además de la salida.</a:t>
            </a:r>
          </a:p>
        </p:txBody>
      </p:sp>
    </p:spTree>
    <p:extLst>
      <p:ext uri="{BB962C8B-B14F-4D97-AF65-F5344CB8AC3E}">
        <p14:creationId xmlns:p14="http://schemas.microsoft.com/office/powerpoint/2010/main" val="1825493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2026-10-02T01:44:18.0910000Z</dcterms:created>
  <dcterms:modified xsi:type="dcterms:W3CDTF">2026-10-02T01:44:18.0910000Z</dcterms:modified>
</coreProperties>
</file>