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0817d3efbd4e00" /><Relationship Type="http://schemas.openxmlformats.org/officeDocument/2006/relationships/extended-properties" Target="/docProps/app.xml" Id="Rd2519f49217246c7" /><Relationship Type="http://schemas.openxmlformats.org/officeDocument/2006/relationships/officeDocument" Target="/ppt/presentation.xml" Id="R63f4e46474f244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ab289d52944f2b"/>
  </p:sldMasterIdLst>
  <p:notesMasterIdLst>
    <p:notesMasterId xmlns:r="http://schemas.openxmlformats.org/officeDocument/2006/relationships" r:id="R5cfaaf55da474ff8"/>
  </p:notesMasterIdLst>
  <p:sldIdLst>
    <p:sldId xmlns:r="http://schemas.openxmlformats.org/officeDocument/2006/relationships" id="256" r:id="R62b7f63ade3843e6"/>
    <p:sldId xmlns:r="http://schemas.openxmlformats.org/officeDocument/2006/relationships" id="257" r:id="Rfac3aa193e104d71"/>
    <p:sldId xmlns:r="http://schemas.openxmlformats.org/officeDocument/2006/relationships" id="258" r:id="R26afaf289f8f4387"/>
    <p:sldId xmlns:r="http://schemas.openxmlformats.org/officeDocument/2006/relationships" id="259" r:id="R9e2db8763a444ddb"/>
    <p:sldId xmlns:r="http://schemas.openxmlformats.org/officeDocument/2006/relationships" id="260" r:id="R90a8206ddc99424b"/>
    <p:sldId xmlns:r="http://schemas.openxmlformats.org/officeDocument/2006/relationships" id="261" r:id="R20614359360d4c25"/>
    <p:sldId xmlns:r="http://schemas.openxmlformats.org/officeDocument/2006/relationships" id="262" r:id="R37ee313eac1e416d"/>
    <p:sldId xmlns:r="http://schemas.openxmlformats.org/officeDocument/2006/relationships" id="263" r:id="Rc0f2121b5aad4264"/>
    <p:sldId xmlns:r="http://schemas.openxmlformats.org/officeDocument/2006/relationships" id="264" r:id="R878fa9d0fe984a89"/>
    <p:sldId xmlns:r="http://schemas.openxmlformats.org/officeDocument/2006/relationships" id="265" r:id="Rba5dbb84057f4c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c3460163ec401e" /><Relationship Type="http://schemas.openxmlformats.org/officeDocument/2006/relationships/slideMaster" Target="/ppt/slideMasters/slideMaster1.xml" Id="Re3ab289d52944f2b" /><Relationship Type="http://schemas.openxmlformats.org/officeDocument/2006/relationships/notesMaster" Target="/ppt/notesMasters/notesMaster1.xml" Id="R5cfaaf55da474ff8" /><Relationship Type="http://schemas.openxmlformats.org/officeDocument/2006/relationships/presProps" Target="/ppt/presProps.xml" Id="R495ae95df4034ccb" /><Relationship Type="http://schemas.openxmlformats.org/officeDocument/2006/relationships/tableStyles" Target="/ppt/tableStyles.xml" Id="R02f243e69d814d88" /><Relationship Type="http://schemas.openxmlformats.org/officeDocument/2006/relationships/slide" Target="/ppt/slides/slide1.xml" Id="R62b7f63ade3843e6" /><Relationship Type="http://schemas.openxmlformats.org/officeDocument/2006/relationships/slide" Target="/ppt/slides/slide2.xml" Id="Rfac3aa193e104d71" /><Relationship Type="http://schemas.openxmlformats.org/officeDocument/2006/relationships/slide" Target="/ppt/slides/slide3.xml" Id="R26afaf289f8f4387" /><Relationship Type="http://schemas.openxmlformats.org/officeDocument/2006/relationships/slide" Target="/ppt/slides/slide4.xml" Id="R9e2db8763a444ddb" /><Relationship Type="http://schemas.openxmlformats.org/officeDocument/2006/relationships/slide" Target="/ppt/slides/slide5.xml" Id="R90a8206ddc99424b" /><Relationship Type="http://schemas.openxmlformats.org/officeDocument/2006/relationships/slide" Target="/ppt/slides/slide6.xml" Id="R20614359360d4c25" /><Relationship Type="http://schemas.openxmlformats.org/officeDocument/2006/relationships/slide" Target="/ppt/slides/slide7.xml" Id="R37ee313eac1e416d" /><Relationship Type="http://schemas.openxmlformats.org/officeDocument/2006/relationships/slide" Target="/ppt/slides/slide8.xml" Id="Rc0f2121b5aad4264" /><Relationship Type="http://schemas.openxmlformats.org/officeDocument/2006/relationships/slide" Target="/ppt/slides/slide9.xml" Id="R878fa9d0fe984a89" /><Relationship Type="http://schemas.openxmlformats.org/officeDocument/2006/relationships/slide" Target="/ppt/slides/slide10.xml" Id="Rba5dbb84057f4c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1a853a18de4f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6903461e0f4df2" /><Relationship Type="http://schemas.openxmlformats.org/officeDocument/2006/relationships/notesMaster" Target="/ppt/notesMasters/notesMaster1.xml" Id="R739d3baee3d744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8edc07474c4ace" /><Relationship Type="http://schemas.openxmlformats.org/officeDocument/2006/relationships/notesMaster" Target="/ppt/notesMasters/notesMaster1.xml" Id="R7cfa516c140e43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c5c6b278d74a9d" /><Relationship Type="http://schemas.openxmlformats.org/officeDocument/2006/relationships/notesMaster" Target="/ppt/notesMasters/notesMaster1.xml" Id="Rfdb48c2bd4f547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31f71c62774c44" /><Relationship Type="http://schemas.openxmlformats.org/officeDocument/2006/relationships/notesMaster" Target="/ppt/notesMasters/notesMaster1.xml" Id="R7178d2b3926642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a1b4ea35cb440e" /><Relationship Type="http://schemas.openxmlformats.org/officeDocument/2006/relationships/notesMaster" Target="/ppt/notesMasters/notesMaster1.xml" Id="Rded3c33873cc47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b5b983dcc34146" /><Relationship Type="http://schemas.openxmlformats.org/officeDocument/2006/relationships/notesMaster" Target="/ppt/notesMasters/notesMaster1.xml" Id="Re4c7549da36646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a9d96088914831" /><Relationship Type="http://schemas.openxmlformats.org/officeDocument/2006/relationships/notesMaster" Target="/ppt/notesMasters/notesMaster1.xml" Id="Rb934c05be08c4b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42cf5e01c243b9" /><Relationship Type="http://schemas.openxmlformats.org/officeDocument/2006/relationships/notesMaster" Target="/ppt/notesMasters/notesMaster1.xml" Id="Ra0ae8479135b43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d26e5616ac4176" /><Relationship Type="http://schemas.openxmlformats.org/officeDocument/2006/relationships/notesMaster" Target="/ppt/notesMasters/notesMaster1.xml" Id="R9dd6dbc748d54b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328e5dec104e89" /><Relationship Type="http://schemas.openxmlformats.org/officeDocument/2006/relationships/notesMaster" Target="/ppt/notesMasters/notesMaster1.xml" Id="R3cf7bdc03acc4f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4692cb591343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6ec1f41e694b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fd3f1d92643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a12ba776144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00ef1cb7b40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96727870a34a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6686382-22FC-4EF1-B31D-1C97AE89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8EAF85-7646-4786-B214-3A2F3FDC06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E0B862E-4119-4102-A65E-44341AFEE3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CD89BA6-9B20-43C8-97F5-C6939C4E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5004C85-06E0-4779-B293-E2BBF33B77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01F46EB-5D5E-437C-B903-3DCA1EE9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2296B72-5029-4EF2-BEE9-53E8F6F8AC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C02E8C7-DA94-4697-B845-7EEA67EE0B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AA4D1A9-C202-4E8D-BF0D-326D2498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E22EDE7-D5C8-4411-860E-CB69568625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F97B8B-9A07-474F-868E-F39A50B909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F8BE2C2-D51F-4DE2-844D-6CD53E2F08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3399B95-EEBD-4349-AA37-3F6FF2F3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BD7AB77-5A95-488B-9FE4-0429BCBE92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34C129-451C-486F-9858-D9FE1E0E2E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302cdecadb47da" /><Relationship Type="http://schemas.openxmlformats.org/officeDocument/2006/relationships/slideLayout" Target="/ppt/slideLayouts/slideLayout1.xml" Id="R5b1748e583df4555" /><Relationship Type="http://schemas.openxmlformats.org/officeDocument/2006/relationships/slideLayout" Target="/ppt/slideLayouts/slideLayout2.xml" Id="R2673a78daece43f1" /><Relationship Type="http://schemas.openxmlformats.org/officeDocument/2006/relationships/slideLayout" Target="/ppt/slideLayouts/slideLayout3.xml" Id="R3f16272f9c644809" /><Relationship Type="http://schemas.openxmlformats.org/officeDocument/2006/relationships/slideLayout" Target="/ppt/slideLayouts/slideLayout4.xml" Id="R0e780347cf004d20" /><Relationship Type="http://schemas.openxmlformats.org/officeDocument/2006/relationships/slideLayout" Target="/ppt/slideLayouts/slideLayout5.xml" Id="Rce2f21d0f9624b2f" /><Relationship Type="http://schemas.openxmlformats.org/officeDocument/2006/relationships/slideLayout" Target="/ppt/slideLayouts/slideLayout6.xml" Id="Rd8d2d2858d5d41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1748e583df4555"/>
    <p:sldLayoutId xmlns:r="http://schemas.openxmlformats.org/officeDocument/2006/relationships" id="2147483650" r:id="R2673a78daece43f1"/>
    <p:sldLayoutId xmlns:r="http://schemas.openxmlformats.org/officeDocument/2006/relationships" id="2147483651" r:id="R3f16272f9c644809"/>
    <p:sldLayoutId xmlns:r="http://schemas.openxmlformats.org/officeDocument/2006/relationships" id="2147483652" r:id="R0e780347cf004d20"/>
    <p:sldLayoutId xmlns:r="http://schemas.openxmlformats.org/officeDocument/2006/relationships" id="2147483653" r:id="Rce2f21d0f9624b2f"/>
    <p:sldLayoutId xmlns:r="http://schemas.openxmlformats.org/officeDocument/2006/relationships" id="2147483654" r:id="Rd8d2d2858d5d41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89c7b44d3e483b" /><Relationship Type="http://schemas.openxmlformats.org/officeDocument/2006/relationships/image" Target="/ppt/media/image.png" Id="R52c4031f5c63488d" /><Relationship Type="http://schemas.openxmlformats.org/officeDocument/2006/relationships/notesSlide" Target="/ppt/notesSlides/notesSlide1.xml" Id="Re5afc786fa9c4a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7cab6e73a4d72" /><Relationship Type="http://schemas.openxmlformats.org/officeDocument/2006/relationships/notesSlide" Target="/ppt/notesSlides/notesSlide2.xml" Id="R399175b0c3754a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5154aa18bc4a25" /><Relationship Type="http://schemas.openxmlformats.org/officeDocument/2006/relationships/notesSlide" Target="/ppt/notesSlides/notesSlide3.xml" Id="Rf0430e7633fe46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eecf5b3bba4c1d" /><Relationship Type="http://schemas.openxmlformats.org/officeDocument/2006/relationships/notesSlide" Target="/ppt/notesSlides/notesSlide4.xml" Id="Ra8ec6063905649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6b670df0b47fc" /><Relationship Type="http://schemas.openxmlformats.org/officeDocument/2006/relationships/notesSlide" Target="/ppt/notesSlides/notesSlide5.xml" Id="Re7050c62b2bb43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fff6cd6d494b64" /><Relationship Type="http://schemas.openxmlformats.org/officeDocument/2006/relationships/notesSlide" Target="/ppt/notesSlides/notesSlide6.xml" Id="R404f1c2115e944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3f2049bb2e4508" /><Relationship Type="http://schemas.openxmlformats.org/officeDocument/2006/relationships/notesSlide" Target="/ppt/notesSlides/notesSlide7.xml" Id="Rb05a77e461d84e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4e0fb8aa8f4e71" /><Relationship Type="http://schemas.openxmlformats.org/officeDocument/2006/relationships/notesSlide" Target="/ppt/notesSlides/notesSlide8.xml" Id="Reed5bde675074e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8ba69f59ae4795" /><Relationship Type="http://schemas.openxmlformats.org/officeDocument/2006/relationships/notesSlide" Target="/ppt/notesSlides/notesSlide9.xml" Id="Rb23da06c37f447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d11846fd1b4151" /><Relationship Type="http://schemas.openxmlformats.org/officeDocument/2006/relationships/notesSlide" Target="/ppt/notesSlides/notesSlide10.xml" Id="R87797a474b654b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4031f5c63488d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951C0-556E-4649-8ABE-BAA4D4EC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3D110-FCD9-4351-A691-18462E04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Listas enlazadas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18AF7-C403-4538-B408-A0A75EF0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9DF47-B260-4085-8D22-D46AD6B8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3 · 3.1.3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A0CA5-FB0B-4CBA-8D06-F33E7F9C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2113973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DA6A1-4483-49EE-9D4E-0E2577A8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D6A04-C4D9-48D4-B250-D3643199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¿Qué aprenderemos hoy?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5FBA6-0713-4320-AADE-911F1872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8D824-5C14-48BF-90B1-18BE4A9A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70881-F026-40F5-A8E2-ECE14227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1. Nodos y enlaces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2. Inserción y eliminación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3. Invariantes de head, tail y size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4. Variantes y elección</a:t>
            </a:r>
          </a:p>
        </p:txBody>
      </p:sp>
    </p:spTree>
    <p:extLst>
      <p:ext uri="{BB962C8B-B14F-4D97-AF65-F5344CB8AC3E}">
        <p14:creationId xmlns:p14="http://schemas.microsoft.com/office/powerpoint/2010/main" val="382835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46486-43C9-49FE-A82B-293429E2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57FA7-4727-454A-85DD-0FB59E7C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Nodos y acceso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1C3E9-8DB5-498D-9F42-906F6764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6FC98-C629-4BAF-A68E-73BC16F6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562B4-B15E-491A-94FF-255DEBD0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3BF06-FCB7-44FD-A7AF-0F0782D4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Cada nodo contiene dato y enlace siguiente.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06309-F59E-400E-8044-C9B85B7B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C15E4-678E-488F-B8BF-67A3E641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head inicia el recorrido y null marca el final.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5B19E-F0DE-410F-BC97-7B41BD16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BB230-BEBA-4DC6-9B57-B4694B98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Llegar al índice i exige seguir los enlaces previos.</a:t>
            </a:r>
          </a:p>
        </p:txBody>
      </p:sp>
    </p:spTree>
    <p:extLst>
      <p:ext uri="{BB962C8B-B14F-4D97-AF65-F5344CB8AC3E}">
        <p14:creationId xmlns:p14="http://schemas.microsoft.com/office/powerpoint/2010/main" val="594152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0512F-BB34-4118-861C-FC6E1994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48B1E-C5AD-4B16-BD8C-BB0970D9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Extremos e invariantes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AA3E6-62CA-465B-88AA-3DE03D95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F3496-D7A6-4657-B06A-BE542253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D562B-858B-4CF3-971F-382F9AB0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48A1B-2623-417B-BB81-D3C7939D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 tail, insertar al final cuesta Θ(1).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1B70E-CCB2-423D-ACA9-584A2F05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EEB61-E059-4662-B8C8-2DBD3ACA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Lista vacía: head=tail=null y size=0.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B47A8-CF75-452F-BA6E-FE6B2A46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E2EC7-49E0-4EF1-B54F-5FC93469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Al borrar el último nodo se actualizan ambos extremos.</a:t>
            </a:r>
          </a:p>
        </p:txBody>
      </p:sp>
    </p:spTree>
    <p:extLst>
      <p:ext uri="{BB962C8B-B14F-4D97-AF65-F5344CB8AC3E}">
        <p14:creationId xmlns:p14="http://schemas.microsoft.com/office/powerpoint/2010/main" val="4295901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A246E-5367-454C-AB33-74BB58AB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569B9-7490-44B5-BE08-A9AA23F0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Eliminar y elegir estructura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A0569-633C-45BC-8076-359B37F9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515F3-4765-4667-844D-EB5B4D69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FC13D-7878-4492-9854-A3115B19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D8FD0-23C8-46B1-A0A7-31702940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Buscar por valor cuesta Θ(n), aunque reconectar enlaces sea constante.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1DA0C-4162-4EFA-83FC-5D17A963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F6A2E-C194-4631-A4CA-3C1DC4DD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lista doble agrega enlace previo. La circular exige una parada explícita.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39E8D-176E-4BD1-BB06-5C7FC30A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5514E-7559-486B-ADD2-90D9A682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arreglo favorece acceso directo; la lista favorece modificaciones mediante referencias.</a:t>
            </a:r>
          </a:p>
        </p:txBody>
      </p:sp>
    </p:spTree>
    <p:extLst>
      <p:ext uri="{BB962C8B-B14F-4D97-AF65-F5344CB8AC3E}">
        <p14:creationId xmlns:p14="http://schemas.microsoft.com/office/powerpoint/2010/main" val="17019941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62BF5-CC76-4EA9-873F-575BE873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E35F6-42F9-497F-B40B-F68AB204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Traza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28200-15E7-4454-83B5-1BC02DBC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28D1A-0452-4751-BF9C-4C5941BA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Operación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Contenido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size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append 10,20,30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→ 20 → 30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remove 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→ 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remove 10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remove 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vacía; head=tail=null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353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9CA12-BB61-4C3D-831C-D6153F2E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DFA9B-1315-43EC-98E9-1F10E8E0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en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7C2DE-48E9-452B-AFD7-D8AA8F3B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50E16-0DEC-4F3A-B415-7E438B3F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CA52A-546D-40A8-B11C-E921707C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void add(int value)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Node n=new Node(value);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if (tail==null) head=n; else tail.next=n;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tail=n; size++;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420AC-3FCB-4EBF-AEFD-B5DAE19F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la demostración. Código completo y ejecución en el material Java.</a:t>
            </a:r>
          </a:p>
        </p:txBody>
      </p:sp>
    </p:spTree>
    <p:extLst>
      <p:ext uri="{BB962C8B-B14F-4D97-AF65-F5344CB8AC3E}">
        <p14:creationId xmlns:p14="http://schemas.microsoft.com/office/powerpoint/2010/main" val="17927171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615B0-1C4A-405F-BC0F-55CD36C3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D13F3-18A4-411D-AC58-068C0FD6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Práctica de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FB3F4-0111-4549-AEAA-D5BA9BDE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61916-3835-4481-8AF5-EB9C931F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4DBAF-5CEE-4160-82AA-E44C0C49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una lista de tareas con inserción al inicio, al final y eliminación por identificador. Añade reverse iterativo sin crear nodos nuevos. Verifica los invariantes de head, tail y tamaño después de cada operación.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CE92B-9AD5-474E-BC96-45110BDE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Evidencia: casos ejecutados, explicación de costos y commits reales.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Entrega: una versión. Registro en evidencias/PC3.1.3.md.</a:t>
            </a:r>
          </a:p>
        </p:txBody>
      </p:sp>
    </p:spTree>
    <p:extLst>
      <p:ext uri="{BB962C8B-B14F-4D97-AF65-F5344CB8AC3E}">
        <p14:creationId xmlns:p14="http://schemas.microsoft.com/office/powerpoint/2010/main" val="13563502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47548-C9CF-451D-AE6C-7B24E734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E4175-93F2-4835-9CD3-08482F2F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FA7A7-44B6-4578-AC77-FF9C0154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C75E0-2A1E-4C3A-9356-367BACDA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o 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exigido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10,20,30; reverse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30,20,10; tail=10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eliminar único elemento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head=tail=null; size=0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eliminar ID ausente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false; lista intacta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81443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149BD-1E84-4C80-B048-A2E3390A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10A94-2989-4D3F-B48C-F7F341EA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485CE-4F1E-406E-B615-04549C80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3EA96-67C4-454F-9449-163466BB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986C2-83C7-45AE-94B8-9AA8CC6D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lista enlazada simple consta de nodos con dato y referencia siguiente. head identifica el inicio y null marca el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lista doble añade previous y facilita retroceder o eliminar un nodo conocido, a cambio de memoria y más enlaces que mantener. Una lista circular conecta el último con el primero y necesita un criterio de parada explícito.</a:t>
            </a:r>
          </a:p>
        </p:txBody>
      </p:sp>
    </p:spTree>
    <p:extLst>
      <p:ext uri="{BB962C8B-B14F-4D97-AF65-F5344CB8AC3E}">
        <p14:creationId xmlns:p14="http://schemas.microsoft.com/office/powerpoint/2010/main" val="1660093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2026-10-02T01:44:12.6130000Z</dcterms:created>
  <dcterms:modified xsi:type="dcterms:W3CDTF">2026-10-02T01:44:12.6130000Z</dcterms:modified>
</coreProperties>
</file>