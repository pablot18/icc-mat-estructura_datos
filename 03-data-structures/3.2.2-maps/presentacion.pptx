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7284212064f5f" /><Relationship Type="http://schemas.openxmlformats.org/officeDocument/2006/relationships/extended-properties" Target="/docProps/app.xml" Id="R98a7b4992f964a4f" /><Relationship Type="http://schemas.openxmlformats.org/officeDocument/2006/relationships/officeDocument" Target="/ppt/presentation.xml" Id="R72e60d63e183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ba6f0e35d4355"/>
  </p:sldMasterIdLst>
  <p:notesMasterIdLst>
    <p:notesMasterId xmlns:r="http://schemas.openxmlformats.org/officeDocument/2006/relationships" r:id="Rcf9f79ca137c40a7"/>
  </p:notesMasterIdLst>
  <p:sldIdLst>
    <p:sldId xmlns:r="http://schemas.openxmlformats.org/officeDocument/2006/relationships" id="256" r:id="R04016c000d534635"/>
    <p:sldId xmlns:r="http://schemas.openxmlformats.org/officeDocument/2006/relationships" id="257" r:id="Rf102d39865b043ff"/>
    <p:sldId xmlns:r="http://schemas.openxmlformats.org/officeDocument/2006/relationships" id="258" r:id="Rd335c381439c4687"/>
    <p:sldId xmlns:r="http://schemas.openxmlformats.org/officeDocument/2006/relationships" id="259" r:id="R3db21090cc944723"/>
    <p:sldId xmlns:r="http://schemas.openxmlformats.org/officeDocument/2006/relationships" id="260" r:id="R5f5cff12a82d4deb"/>
    <p:sldId xmlns:r="http://schemas.openxmlformats.org/officeDocument/2006/relationships" id="261" r:id="Ra05a7193589145db"/>
    <p:sldId xmlns:r="http://schemas.openxmlformats.org/officeDocument/2006/relationships" id="262" r:id="Rf2dd3e64f9034b99"/>
    <p:sldId xmlns:r="http://schemas.openxmlformats.org/officeDocument/2006/relationships" id="263" r:id="Rc79cd78b47cf4831"/>
    <p:sldId xmlns:r="http://schemas.openxmlformats.org/officeDocument/2006/relationships" id="264" r:id="Rd76d1093256f4d6b"/>
    <p:sldId xmlns:r="http://schemas.openxmlformats.org/officeDocument/2006/relationships" id="265" r:id="R217daecf33434e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cc682bda74674" /><Relationship Type="http://schemas.openxmlformats.org/officeDocument/2006/relationships/slideMaster" Target="/ppt/slideMasters/slideMaster1.xml" Id="R371ba6f0e35d4355" /><Relationship Type="http://schemas.openxmlformats.org/officeDocument/2006/relationships/notesMaster" Target="/ppt/notesMasters/notesMaster1.xml" Id="Rcf9f79ca137c40a7" /><Relationship Type="http://schemas.openxmlformats.org/officeDocument/2006/relationships/presProps" Target="/ppt/presProps.xml" Id="Rf36bc9be893a4881" /><Relationship Type="http://schemas.openxmlformats.org/officeDocument/2006/relationships/tableStyles" Target="/ppt/tableStyles.xml" Id="R0227e05349194b31" /><Relationship Type="http://schemas.openxmlformats.org/officeDocument/2006/relationships/slide" Target="/ppt/slides/slide1.xml" Id="R04016c000d534635" /><Relationship Type="http://schemas.openxmlformats.org/officeDocument/2006/relationships/slide" Target="/ppt/slides/slide2.xml" Id="Rf102d39865b043ff" /><Relationship Type="http://schemas.openxmlformats.org/officeDocument/2006/relationships/slide" Target="/ppt/slides/slide3.xml" Id="Rd335c381439c4687" /><Relationship Type="http://schemas.openxmlformats.org/officeDocument/2006/relationships/slide" Target="/ppt/slides/slide4.xml" Id="R3db21090cc944723" /><Relationship Type="http://schemas.openxmlformats.org/officeDocument/2006/relationships/slide" Target="/ppt/slides/slide5.xml" Id="R5f5cff12a82d4deb" /><Relationship Type="http://schemas.openxmlformats.org/officeDocument/2006/relationships/slide" Target="/ppt/slides/slide6.xml" Id="Ra05a7193589145db" /><Relationship Type="http://schemas.openxmlformats.org/officeDocument/2006/relationships/slide" Target="/ppt/slides/slide7.xml" Id="Rf2dd3e64f9034b99" /><Relationship Type="http://schemas.openxmlformats.org/officeDocument/2006/relationships/slide" Target="/ppt/slides/slide8.xml" Id="Rc79cd78b47cf4831" /><Relationship Type="http://schemas.openxmlformats.org/officeDocument/2006/relationships/slide" Target="/ppt/slides/slide9.xml" Id="Rd76d1093256f4d6b" /><Relationship Type="http://schemas.openxmlformats.org/officeDocument/2006/relationships/slide" Target="/ppt/slides/slide10.xml" Id="R217daecf33434e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906c6f37c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900ad506945e8" /><Relationship Type="http://schemas.openxmlformats.org/officeDocument/2006/relationships/notesMaster" Target="/ppt/notesMasters/notesMaster1.xml" Id="R435a6e89d36a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2fd11c376481e" /><Relationship Type="http://schemas.openxmlformats.org/officeDocument/2006/relationships/notesMaster" Target="/ppt/notesMasters/notesMaster1.xml" Id="R567735e4b96e46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6b8ee6dc44bc2" /><Relationship Type="http://schemas.openxmlformats.org/officeDocument/2006/relationships/notesMaster" Target="/ppt/notesMasters/notesMaster1.xml" Id="R3c4a77c25b2a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1e15443d9248eb" /><Relationship Type="http://schemas.openxmlformats.org/officeDocument/2006/relationships/notesMaster" Target="/ppt/notesMasters/notesMaster1.xml" Id="Ra9b937e529d44c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d772d70384c50" /><Relationship Type="http://schemas.openxmlformats.org/officeDocument/2006/relationships/notesMaster" Target="/ppt/notesMasters/notesMaster1.xml" Id="Rda374b37a8a2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558412e7a44342" /><Relationship Type="http://schemas.openxmlformats.org/officeDocument/2006/relationships/notesMaster" Target="/ppt/notesMasters/notesMaster1.xml" Id="R2a23de0b5906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559c9e21314334" /><Relationship Type="http://schemas.openxmlformats.org/officeDocument/2006/relationships/notesMaster" Target="/ppt/notesMasters/notesMaster1.xml" Id="Ra7af759b76ef48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18e5f763f24bdb" /><Relationship Type="http://schemas.openxmlformats.org/officeDocument/2006/relationships/notesMaster" Target="/ppt/notesMasters/notesMaster1.xml" Id="R04f09e134bcd4e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556d3339254f27" /><Relationship Type="http://schemas.openxmlformats.org/officeDocument/2006/relationships/notesMaster" Target="/ppt/notesMasters/notesMaster1.xml" Id="R019a612407cb46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30678c19524d91" /><Relationship Type="http://schemas.openxmlformats.org/officeDocument/2006/relationships/notesMaster" Target="/ppt/notesMasters/notesMaster1.xml" Id="R25d5d440d753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b318d9adf4c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16518d79f4b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fa84c87f841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fd3ef804644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dccf53c1944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ea3bc5d0f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4E6C84-62EA-4225-AB12-35A073D0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803B45-7ACD-429D-B91F-92E968034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E3E136-4973-4B31-A0B6-C0D89AC725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66657BA-46F4-4BBA-82D8-4865474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4DD07B-5C1B-427A-9431-5B97F8B42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C6AD0E-19F7-4901-A0CF-E8BBE8B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E70692-8D43-463C-BC9F-798D6C21C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6C94613-5CF3-40E7-BA15-1A9982983E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AA4878-C65A-49D7-85AE-1DA1FF0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570859-AAC0-468F-B1B1-846A1C7B9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6372A4-8D18-4521-BE05-A85B34E8F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7519BA-36CD-485D-B9FF-DC395B4C56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701F82D-A5E9-4D20-AF82-92FE66F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DDB5DD-0CAB-4979-9AE6-5499D41DF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4634A6-F01A-4A88-AAE0-95946F5BC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048cee11a4840" /><Relationship Type="http://schemas.openxmlformats.org/officeDocument/2006/relationships/slideLayout" Target="/ppt/slideLayouts/slideLayout1.xml" Id="Re655269563cd4b5b" /><Relationship Type="http://schemas.openxmlformats.org/officeDocument/2006/relationships/slideLayout" Target="/ppt/slideLayouts/slideLayout2.xml" Id="R10ca7e85331d4f90" /><Relationship Type="http://schemas.openxmlformats.org/officeDocument/2006/relationships/slideLayout" Target="/ppt/slideLayouts/slideLayout3.xml" Id="R878a5de7c0e1478c" /><Relationship Type="http://schemas.openxmlformats.org/officeDocument/2006/relationships/slideLayout" Target="/ppt/slideLayouts/slideLayout4.xml" Id="R295efc6aee3a4b62" /><Relationship Type="http://schemas.openxmlformats.org/officeDocument/2006/relationships/slideLayout" Target="/ppt/slideLayouts/slideLayout5.xml" Id="R77f7829a51544b08" /><Relationship Type="http://schemas.openxmlformats.org/officeDocument/2006/relationships/slideLayout" Target="/ppt/slideLayouts/slideLayout6.xml" Id="R5b5f9b23a101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55269563cd4b5b"/>
    <p:sldLayoutId xmlns:r="http://schemas.openxmlformats.org/officeDocument/2006/relationships" id="2147483650" r:id="R10ca7e85331d4f90"/>
    <p:sldLayoutId xmlns:r="http://schemas.openxmlformats.org/officeDocument/2006/relationships" id="2147483651" r:id="R878a5de7c0e1478c"/>
    <p:sldLayoutId xmlns:r="http://schemas.openxmlformats.org/officeDocument/2006/relationships" id="2147483652" r:id="R295efc6aee3a4b62"/>
    <p:sldLayoutId xmlns:r="http://schemas.openxmlformats.org/officeDocument/2006/relationships" id="2147483653" r:id="R77f7829a51544b08"/>
    <p:sldLayoutId xmlns:r="http://schemas.openxmlformats.org/officeDocument/2006/relationships" id="2147483654" r:id="R5b5f9b23a101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0c5f5e1424450" /><Relationship Type="http://schemas.openxmlformats.org/officeDocument/2006/relationships/image" Target="/ppt/media/image.png" Id="R0271f47a987b4e0d" /><Relationship Type="http://schemas.openxmlformats.org/officeDocument/2006/relationships/notesSlide" Target="/ppt/notesSlides/notesSlide1.xml" Id="Rdce09d899cc3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a070a6c5b4dfb" /><Relationship Type="http://schemas.openxmlformats.org/officeDocument/2006/relationships/notesSlide" Target="/ppt/notesSlides/notesSlide2.xml" Id="R2cc79302380e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69b16fdbc4195" /><Relationship Type="http://schemas.openxmlformats.org/officeDocument/2006/relationships/notesSlide" Target="/ppt/notesSlides/notesSlide3.xml" Id="R254cf5e1464e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9d30c50584fa0" /><Relationship Type="http://schemas.openxmlformats.org/officeDocument/2006/relationships/notesSlide" Target="/ppt/notesSlides/notesSlide4.xml" Id="R84fd9feba980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0e165077049dd" /><Relationship Type="http://schemas.openxmlformats.org/officeDocument/2006/relationships/notesSlide" Target="/ppt/notesSlides/notesSlide5.xml" Id="Rb3714d7a9a564f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9a17cc9874023" /><Relationship Type="http://schemas.openxmlformats.org/officeDocument/2006/relationships/notesSlide" Target="/ppt/notesSlides/notesSlide6.xml" Id="R8283e74d0f554a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5c174f26e432f" /><Relationship Type="http://schemas.openxmlformats.org/officeDocument/2006/relationships/notesSlide" Target="/ppt/notesSlides/notesSlide7.xml" Id="R3e5509ac1476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ca971d1a3453a" /><Relationship Type="http://schemas.openxmlformats.org/officeDocument/2006/relationships/notesSlide" Target="/ppt/notesSlides/notesSlide8.xml" Id="R3d105384e84e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268df275e4410" /><Relationship Type="http://schemas.openxmlformats.org/officeDocument/2006/relationships/notesSlide" Target="/ppt/notesSlides/notesSlide9.xml" Id="Rc03ad5a743f945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8ac4c917c4715" /><Relationship Type="http://schemas.openxmlformats.org/officeDocument/2006/relationships/notesSlide" Target="/ppt/notesSlides/notesSlide10.xml" Id="R1152a31e28764d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1f47a987b4e0d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9C33A-E076-4617-8258-20AAD01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C015A-B302-432F-9B6F-67D340E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Diccionarios y hashing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A8C56-87D8-4433-8870-A768008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642BB-BCF4-4525-8B74-412028C2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3.2.2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79139-9929-4B6F-86B2-464D0E0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348144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BF6CA-4AD5-46F1-A743-C428976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ADC7B-3D99-4A7B-B25D-9690171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8AEA7-10DB-4BDA-AFD0-75024B3C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37F3E-14EA-4159-86C6-93E66B1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AA4C0-E50D-4488-BA33-DFE2EF3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Asociación clave y valor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Hash y colisiones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Conteo de frecuencias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Claves mutables y salidas</a:t>
            </a:r>
          </a:p>
        </p:txBody>
      </p:sp>
    </p:spTree>
    <p:extLst>
      <p:ext uri="{BB962C8B-B14F-4D97-AF65-F5344CB8AC3E}">
        <p14:creationId xmlns:p14="http://schemas.microsoft.com/office/powerpoint/2010/main" val="702582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187D6-0DEA-4728-B058-19E4BBC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24CEE-5091-420B-8EC0-4958A11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Claves y valores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8944C-6085-4439-A428-BEDE9F90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11552-AED5-448B-A1E0-13E187C6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C95DC-BB51-45D3-ADDF-8434E585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EDE3E-48E8-4882-A440-D21A22B9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clave tiene una asociación. Asignarla de nuevo actualiza el valor.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DE57E-4D17-49AD-A3FD-811824F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85840-2EC2-40BD-B1ED-A83760D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Distintas claves pueden compartir valor.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B6BF3-AA17-4BEF-BEB9-9A7CA4E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3EC7-A75F-44DF-AB1D-195351A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Ausencia y un valor válido como cero deben distinguirse.</a:t>
            </a:r>
          </a:p>
        </p:txBody>
      </p:sp>
    </p:spTree>
    <p:extLst>
      <p:ext uri="{BB962C8B-B14F-4D97-AF65-F5344CB8AC3E}">
        <p14:creationId xmlns:p14="http://schemas.microsoft.com/office/powerpoint/2010/main" val="1053307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D0A97-17EA-42BA-971F-CFC9507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AAFA-ADB6-47CF-B7E0-0F084B02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Hash y colisiones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677D4-F83D-43E0-8E11-A9CC026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FB4FE-B00A-420D-8CF3-2D39413D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9D8EF-1980-43F5-8F06-C693B56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D75EC-DCC7-49D5-A5C1-F87CF2F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Dos claves diferentes pueden compartir hash.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60CD3-F889-4E46-AAAE-59F6B2C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5A220-3021-4FB9-BEC6-48BAEDA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implementación resuelve la colisión sin confundir igualdad.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EFC22-6BD3-4A09-949F-2565085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FE1D5-5F72-4C37-B867-3AC57C5C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factor de carga y las expansiones influyen en el costo.</a:t>
            </a:r>
          </a:p>
        </p:txBody>
      </p:sp>
    </p:spTree>
    <p:extLst>
      <p:ext uri="{BB962C8B-B14F-4D97-AF65-F5344CB8AC3E}">
        <p14:creationId xmlns:p14="http://schemas.microsoft.com/office/powerpoint/2010/main" val="516028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2BC95-169B-4BC2-857D-7104DAD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0D49C-0FDA-4068-8EE1-C262883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Frecuencias e índices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4E3DD-23E4-4397-B58F-D92EE39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3A15-D542-467A-B4F4-B235C9F1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AC3F5-FF8D-4AA1-97F5-3DB92F79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E8E09-68C5-4D39-BA16-39A83CCD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token incrementa su contador previo, o parte de cero si falta.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2ED20-331B-4284-931A-F6CDAD3E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F5363-90BA-4F31-8076-20A4684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mapa resume exactamente el prefijo procesado.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BB969-D877-437A-B573-5F2C899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C3DBA-D121-4023-8668-68E9E243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Ordenar las claves para imprimir añade un costo distinto al conteo.</a:t>
            </a:r>
          </a:p>
        </p:txBody>
      </p:sp>
    </p:spTree>
    <p:extLst>
      <p:ext uri="{BB962C8B-B14F-4D97-AF65-F5344CB8AC3E}">
        <p14:creationId xmlns:p14="http://schemas.microsoft.com/office/powerpoint/2010/main" val="1795377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645C7-85E4-43BD-94FE-4F650C2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CE337-810A-40F3-BAC8-86FBF427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61770-A398-4284-934A-F80ADF0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C1294-F340-495E-A8F7-EC6002C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Token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Mapa de frecuencias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sol:1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sol:1, luna:1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sol:2, luna:1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70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29275-8BE1-4B96-9D19-F819DF27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E5C3F-FF2B-40A6-9D7E-C47CBBD8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ECA02-7DE1-4BC7-844D-AE4101F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1958D-E9B5-44C5-AF24-4C51C638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3E2BB-6F82-4122-958E-FC0370A3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Map&lt;String,Integer&gt; frequencies(List&lt;String&gt; tokens)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Map&lt;String,Integer&gt; counts=new HashMap&lt;&gt;();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(String token:tokens) counts.put(token, counts.getOrDefault(token,0)+1);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counts;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1A167-3B02-4629-9598-9F00657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667228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E5516-B0E9-4F87-92E8-91D13A7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DE4CE-91F1-42E5-8EDF-FB441513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ABCFD-51F0-43BA-A3C9-BDFCBE3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6B3C-B759-4DD6-A584-6A761DFC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277B3-3096-48C1-BC65-8665844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Construye un índice invertido: palabra → identificadores de documentos que la contienen. No repitas un ID aunque la palabra aparezca varias veces en el mismo documento. Normaliza a minúsculas y define cómo separas palabras.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1E105-88F3-4C9E-9C50-B617C94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evidencias/PC3.2.2.md.</a:t>
            </a:r>
          </a:p>
        </p:txBody>
      </p:sp>
    </p:spTree>
    <p:extLst>
      <p:ext uri="{BB962C8B-B14F-4D97-AF65-F5344CB8AC3E}">
        <p14:creationId xmlns:p14="http://schemas.microsoft.com/office/powerpoint/2010/main" val="1490738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AE962-A4F5-493F-936E-20FBA593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C511F-7C3E-4AC5-9C66-34EA6A4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F1EE4-0E1B-4491-8D6E-9F25271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54B87-C241-40BA-A78B-876A0D7D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D1: sol sol; D2: luna sol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sol:[D1,D2]; luna:[D2]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documento vacío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agrega claves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ausente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 vacía sin modificar el índice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49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72DCA-FD22-4770-8C35-A6F58F1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23E5B-C475-4AAF-B9A8-48487E0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9829D-F1B2-4888-B945-8484C6E3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2309A-F427-47E9-A025-9413307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67852-8386-44A5-A290-47C7131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diccionario permite consultar un valor por clave. Cada clave aparece una vez; asignarle otro valor actualiza la asociación.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Java no deben mutarse campos que participan en equals/hashCode mientras el objeto sea clave. Python permite solo claves hashables.</a:t>
            </a:r>
          </a:p>
        </p:txBody>
      </p:sp>
    </p:spTree>
    <p:extLst>
      <p:ext uri="{BB962C8B-B14F-4D97-AF65-F5344CB8AC3E}">
        <p14:creationId xmlns:p14="http://schemas.microsoft.com/office/powerpoint/2010/main" val="2122616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2026-10-02T01:44:23.5010000Z</dcterms:created>
  <dcterms:modified xsi:type="dcterms:W3CDTF">2026-10-02T01:44:23.5010000Z</dcterms:modified>
</coreProperties>
</file>