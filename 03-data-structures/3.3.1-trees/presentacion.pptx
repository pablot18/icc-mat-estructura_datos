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1bd0cf25904487" /><Relationship Type="http://schemas.openxmlformats.org/officeDocument/2006/relationships/extended-properties" Target="/docProps/app.xml" Id="Rb65d24afaaae449a" /><Relationship Type="http://schemas.openxmlformats.org/officeDocument/2006/relationships/officeDocument" Target="/ppt/presentation.xml" Id="Rc717f94e122448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9c24710b5e4987"/>
  </p:sldMasterIdLst>
  <p:notesMasterIdLst>
    <p:notesMasterId xmlns:r="http://schemas.openxmlformats.org/officeDocument/2006/relationships" r:id="R3594063702384cc3"/>
  </p:notesMasterIdLst>
  <p:sldIdLst>
    <p:sldId xmlns:r="http://schemas.openxmlformats.org/officeDocument/2006/relationships" id="256" r:id="R35173d8b096f4cb2"/>
    <p:sldId xmlns:r="http://schemas.openxmlformats.org/officeDocument/2006/relationships" id="257" r:id="R2e7111663de544be"/>
    <p:sldId xmlns:r="http://schemas.openxmlformats.org/officeDocument/2006/relationships" id="258" r:id="R00745dc9525849c0"/>
    <p:sldId xmlns:r="http://schemas.openxmlformats.org/officeDocument/2006/relationships" id="259" r:id="R6ae7b1a7661e4eb0"/>
    <p:sldId xmlns:r="http://schemas.openxmlformats.org/officeDocument/2006/relationships" id="260" r:id="R3c54242260c44fb6"/>
    <p:sldId xmlns:r="http://schemas.openxmlformats.org/officeDocument/2006/relationships" id="261" r:id="Ree560294ea864dbe"/>
    <p:sldId xmlns:r="http://schemas.openxmlformats.org/officeDocument/2006/relationships" id="262" r:id="R8e13ab34a3db490f"/>
    <p:sldId xmlns:r="http://schemas.openxmlformats.org/officeDocument/2006/relationships" id="263" r:id="R053380899c8b42d6"/>
    <p:sldId xmlns:r="http://schemas.openxmlformats.org/officeDocument/2006/relationships" id="264" r:id="R706567a916ff4dfc"/>
    <p:sldId xmlns:r="http://schemas.openxmlformats.org/officeDocument/2006/relationships" id="265" r:id="Rf72080029db348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13607efd1c4c6f" /><Relationship Type="http://schemas.openxmlformats.org/officeDocument/2006/relationships/slideMaster" Target="/ppt/slideMasters/slideMaster1.xml" Id="Rd89c24710b5e4987" /><Relationship Type="http://schemas.openxmlformats.org/officeDocument/2006/relationships/notesMaster" Target="/ppt/notesMasters/notesMaster1.xml" Id="R3594063702384cc3" /><Relationship Type="http://schemas.openxmlformats.org/officeDocument/2006/relationships/presProps" Target="/ppt/presProps.xml" Id="Ra1879c6aa2eb4906" /><Relationship Type="http://schemas.openxmlformats.org/officeDocument/2006/relationships/tableStyles" Target="/ppt/tableStyles.xml" Id="R3829e051f6014708" /><Relationship Type="http://schemas.openxmlformats.org/officeDocument/2006/relationships/slide" Target="/ppt/slides/slide1.xml" Id="R35173d8b096f4cb2" /><Relationship Type="http://schemas.openxmlformats.org/officeDocument/2006/relationships/slide" Target="/ppt/slides/slide2.xml" Id="R2e7111663de544be" /><Relationship Type="http://schemas.openxmlformats.org/officeDocument/2006/relationships/slide" Target="/ppt/slides/slide3.xml" Id="R00745dc9525849c0" /><Relationship Type="http://schemas.openxmlformats.org/officeDocument/2006/relationships/slide" Target="/ppt/slides/slide4.xml" Id="R6ae7b1a7661e4eb0" /><Relationship Type="http://schemas.openxmlformats.org/officeDocument/2006/relationships/slide" Target="/ppt/slides/slide5.xml" Id="R3c54242260c44fb6" /><Relationship Type="http://schemas.openxmlformats.org/officeDocument/2006/relationships/slide" Target="/ppt/slides/slide6.xml" Id="Ree560294ea864dbe" /><Relationship Type="http://schemas.openxmlformats.org/officeDocument/2006/relationships/slide" Target="/ppt/slides/slide7.xml" Id="R8e13ab34a3db490f" /><Relationship Type="http://schemas.openxmlformats.org/officeDocument/2006/relationships/slide" Target="/ppt/slides/slide8.xml" Id="R053380899c8b42d6" /><Relationship Type="http://schemas.openxmlformats.org/officeDocument/2006/relationships/slide" Target="/ppt/slides/slide9.xml" Id="R706567a916ff4dfc" /><Relationship Type="http://schemas.openxmlformats.org/officeDocument/2006/relationships/slide" Target="/ppt/slides/slide10.xml" Id="Rf72080029db348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f023f14c5746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37d89147674a88" /><Relationship Type="http://schemas.openxmlformats.org/officeDocument/2006/relationships/notesMaster" Target="/ppt/notesMasters/notesMaster1.xml" Id="R734bd1efbae94a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564a337b3e47fb" /><Relationship Type="http://schemas.openxmlformats.org/officeDocument/2006/relationships/notesMaster" Target="/ppt/notesMasters/notesMaster1.xml" Id="R37c280f402c64c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e133c48d4b44b7" /><Relationship Type="http://schemas.openxmlformats.org/officeDocument/2006/relationships/notesMaster" Target="/ppt/notesMasters/notesMaster1.xml" Id="R07d1fb88e25e42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43aac6f7c14a95" /><Relationship Type="http://schemas.openxmlformats.org/officeDocument/2006/relationships/notesMaster" Target="/ppt/notesMasters/notesMaster1.xml" Id="R96c9206d6bb949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606e2b854c42ce" /><Relationship Type="http://schemas.openxmlformats.org/officeDocument/2006/relationships/notesMaster" Target="/ppt/notesMasters/notesMaster1.xml" Id="Rf69f7496eec344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8f13811cf9422f" /><Relationship Type="http://schemas.openxmlformats.org/officeDocument/2006/relationships/notesMaster" Target="/ppt/notesMasters/notesMaster1.xml" Id="Re0c06f2abf0a46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cd11e7556043b6" /><Relationship Type="http://schemas.openxmlformats.org/officeDocument/2006/relationships/notesMaster" Target="/ppt/notesMasters/notesMaster1.xml" Id="R24ccfe8e03f642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028587848347e5" /><Relationship Type="http://schemas.openxmlformats.org/officeDocument/2006/relationships/notesMaster" Target="/ppt/notesMasters/notesMaster1.xml" Id="R1dc8d4fa7f7644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ead91321fa450d" /><Relationship Type="http://schemas.openxmlformats.org/officeDocument/2006/relationships/notesMaster" Target="/ppt/notesMasters/notesMaster1.xml" Id="Ra2dd33e9b4ac4d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36654e7bb844ad" /><Relationship Type="http://schemas.openxmlformats.org/officeDocument/2006/relationships/notesMaster" Target="/ppt/notesMasters/notesMaster1.xml" Id="R42f8bc2b35304b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0daf2c5b414f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5e721e17eb4c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3193cc5534f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92abe10f414f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dcfb9ede6140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d99020ea64a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A8DD20D-28FC-4143-A6AB-3ACC3585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F0F5650-9275-436A-A38C-6DD23B8311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BBEE91F-258B-405A-B130-1A482EF643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B6A78E5-B29A-45D3-9BA3-55EFA850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EBC988F-44F0-489F-9819-F22AC4ABDE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CF089E9-2E59-4D6C-8DE3-528C5D1C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168F6A9-0791-47A8-B78F-4C4E1DB000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E5F048F-B4AD-4B71-A59D-E7ECF1ED67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00E432C-11CE-4E54-94BB-F9907272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8FFFC4-D1E5-4E8B-B835-04E750AFAE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2EEEDD-0E00-4CFF-8660-F9C0C6A577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CCA3463-8F25-4774-B0B8-4B4589F203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FC0FCAB-1417-4FDA-8C47-4DA1B4F6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2F79B13-4CB3-42B5-8919-A36B3AB5D0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F21159-43DC-4D95-A616-CD1C64B8C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13f5192ca04719" /><Relationship Type="http://schemas.openxmlformats.org/officeDocument/2006/relationships/slideLayout" Target="/ppt/slideLayouts/slideLayout1.xml" Id="Ra54b20c91be34185" /><Relationship Type="http://schemas.openxmlformats.org/officeDocument/2006/relationships/slideLayout" Target="/ppt/slideLayouts/slideLayout2.xml" Id="R09be8c8a95ed4ba7" /><Relationship Type="http://schemas.openxmlformats.org/officeDocument/2006/relationships/slideLayout" Target="/ppt/slideLayouts/slideLayout3.xml" Id="Ra844e05dcb71435d" /><Relationship Type="http://schemas.openxmlformats.org/officeDocument/2006/relationships/slideLayout" Target="/ppt/slideLayouts/slideLayout4.xml" Id="Rb51d1e7b267c4b5d" /><Relationship Type="http://schemas.openxmlformats.org/officeDocument/2006/relationships/slideLayout" Target="/ppt/slideLayouts/slideLayout5.xml" Id="Raf5454ee77fc47e3" /><Relationship Type="http://schemas.openxmlformats.org/officeDocument/2006/relationships/slideLayout" Target="/ppt/slideLayouts/slideLayout6.xml" Id="Rc140f7fc945d44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4b20c91be34185"/>
    <p:sldLayoutId xmlns:r="http://schemas.openxmlformats.org/officeDocument/2006/relationships" id="2147483650" r:id="R09be8c8a95ed4ba7"/>
    <p:sldLayoutId xmlns:r="http://schemas.openxmlformats.org/officeDocument/2006/relationships" id="2147483651" r:id="Ra844e05dcb71435d"/>
    <p:sldLayoutId xmlns:r="http://schemas.openxmlformats.org/officeDocument/2006/relationships" id="2147483652" r:id="Rb51d1e7b267c4b5d"/>
    <p:sldLayoutId xmlns:r="http://schemas.openxmlformats.org/officeDocument/2006/relationships" id="2147483653" r:id="Raf5454ee77fc47e3"/>
    <p:sldLayoutId xmlns:r="http://schemas.openxmlformats.org/officeDocument/2006/relationships" id="2147483654" r:id="Rc140f7fc945d44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817239d5cc4a69" /><Relationship Type="http://schemas.openxmlformats.org/officeDocument/2006/relationships/image" Target="/ppt/media/image.png" Id="R460cfbbb692f4caa" /><Relationship Type="http://schemas.openxmlformats.org/officeDocument/2006/relationships/notesSlide" Target="/ppt/notesSlides/notesSlide1.xml" Id="R81a62dc2d7b84c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c76f7a19d443c0" /><Relationship Type="http://schemas.openxmlformats.org/officeDocument/2006/relationships/notesSlide" Target="/ppt/notesSlides/notesSlide2.xml" Id="R5ace1280ad7f4a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dfc971e7894363" /><Relationship Type="http://schemas.openxmlformats.org/officeDocument/2006/relationships/notesSlide" Target="/ppt/notesSlides/notesSlide3.xml" Id="R362a99d2eae347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6d35dd10854177" /><Relationship Type="http://schemas.openxmlformats.org/officeDocument/2006/relationships/notesSlide" Target="/ppt/notesSlides/notesSlide4.xml" Id="R3f81f9ac67d749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2956cbc9e048fe" /><Relationship Type="http://schemas.openxmlformats.org/officeDocument/2006/relationships/notesSlide" Target="/ppt/notesSlides/notesSlide5.xml" Id="Re6c2c8e8d50d47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9cb5a857b044e2" /><Relationship Type="http://schemas.openxmlformats.org/officeDocument/2006/relationships/notesSlide" Target="/ppt/notesSlides/notesSlide6.xml" Id="R1c92d77a0afa4a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8f1ea77e8a4ef6" /><Relationship Type="http://schemas.openxmlformats.org/officeDocument/2006/relationships/notesSlide" Target="/ppt/notesSlides/notesSlide7.xml" Id="R94dc0df99a674f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5563f93a2a4cd7" /><Relationship Type="http://schemas.openxmlformats.org/officeDocument/2006/relationships/notesSlide" Target="/ppt/notesSlides/notesSlide8.xml" Id="R27c565be30a445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8de6d790904041" /><Relationship Type="http://schemas.openxmlformats.org/officeDocument/2006/relationships/notesSlide" Target="/ppt/notesSlides/notesSlide9.xml" Id="R79b2c83c11a940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6fdeb16cdf496f" /><Relationship Type="http://schemas.openxmlformats.org/officeDocument/2006/relationships/notesSlide" Target="/ppt/notesSlides/notesSlide10.xml" Id="R979dc49706b843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cfbbb692f4caa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4B279-AC13-41E5-96AB-29D9E129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ED21B-3815-4CED-945B-81B1FE05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Árboles binarios de búsqueda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FBA92-04DC-40CD-88B3-B550DB89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D2207-5D99-480D-B253-76102AEF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3 · 3.3.1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BA8B4-0CA5-4C08-AB5A-252DB548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9484737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BC6AD-1E9E-4A82-8222-532B6B1E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94FC1-3FCA-4879-AA29-27F16427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¿Qué aprenderemos hoy?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B53A5-A02F-4E2D-A22A-5A97CB3F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586FF-E0D9-48B4-90F5-13E142A2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1C822-7666-4C50-BAF1-6A551D98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1. Estructura jerárquica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2. Invariante de búsqueda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3. Inserción y recorridos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4. Eliminación y equilibrio</a:t>
            </a:r>
          </a:p>
        </p:txBody>
      </p:sp>
    </p:spTree>
    <p:extLst>
      <p:ext uri="{BB962C8B-B14F-4D97-AF65-F5344CB8AC3E}">
        <p14:creationId xmlns:p14="http://schemas.microsoft.com/office/powerpoint/2010/main" val="6137158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23A99-006C-44F5-9538-A6C23232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EF6DA-B1D1-4058-918D-35BBF9BC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Invariante de un BST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FE2A8-84B5-472F-BA49-0F558015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81E31-7813-4622-B2FA-6B65671D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E9B35-B0AD-4B11-85F7-37117EFA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BEE8E-845F-4825-B8BA-2E9AF981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Todo el subárbol izquierdo contiene claves menores.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6FC1B-9FCD-4B9C-A6D5-910C3835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FC879-5EDE-4CDD-B5EE-6C6F2C44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Todo el subárbol derecho contiene claves mayores.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A3338-6800-421F-A58F-C36A0A80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380F9-DC43-4E7B-AFF6-21B5E637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demostración rechaza duplicados sin crear nodos.</a:t>
            </a:r>
          </a:p>
        </p:txBody>
      </p:sp>
    </p:spTree>
    <p:extLst>
      <p:ext uri="{BB962C8B-B14F-4D97-AF65-F5344CB8AC3E}">
        <p14:creationId xmlns:p14="http://schemas.microsoft.com/office/powerpoint/2010/main" val="1763525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97CF0-66B1-4A39-A265-3805B653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3933A-C4E0-46DA-8500-2798DE29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Recorridos y eliminación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9DD54-4EC5-4335-B686-C17BB042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4F34F-997A-4471-909D-DD6C4C3A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9D184-8C12-47CB-8CCA-25D67DB2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0A6DA-49ED-4EC1-A9A2-E0D78DCA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Inorden: izquierda, nodo, derecha. Produce claves ordenadas.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3D05F-212C-46A7-A876-20B65275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ADEB2-6ECE-462E-8C73-75319AAE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Eliminar una hoja desconecta; con un hijo, reconecta ese hijo.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F9F09-0B9F-45FB-9A58-C1146BF9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11D03-86C5-4C2B-84CE-2F53FEB6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 dos hijos puede usarse el sucesor inorden y retirarlo de su posición anterior.</a:t>
            </a:r>
          </a:p>
        </p:txBody>
      </p:sp>
    </p:spTree>
    <p:extLst>
      <p:ext uri="{BB962C8B-B14F-4D97-AF65-F5344CB8AC3E}">
        <p14:creationId xmlns:p14="http://schemas.microsoft.com/office/powerpoint/2010/main" val="19563107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47EE2-AF97-4FCA-BF3E-7C647D3D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9B58B-23F4-4993-96E1-7CE70178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Altura y complejidad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DF776-1793-4F5E-AAD0-D3A47C27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C8864-C81A-46C9-BA99-3C4589E6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38AD2-2052-4034-9655-132EB9C5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703A0-1841-4D77-87EF-BD612A41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Convención: hoja con altura 0 y vacío con altura −1.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92EC9-196A-48FD-82B3-E2C5EA9B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3D279-1180-46D5-951F-62A1B979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Buscar, insertar y eliminar cuestan O(h).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66804-2E39-4523-B871-9619B2A7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9C696-81CE-4A83-9647-D1609F46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BST sin balance puede tener h=n−1. No garantiza costo logarítmico.</a:t>
            </a:r>
          </a:p>
        </p:txBody>
      </p:sp>
    </p:spTree>
    <p:extLst>
      <p:ext uri="{BB962C8B-B14F-4D97-AF65-F5344CB8AC3E}">
        <p14:creationId xmlns:p14="http://schemas.microsoft.com/office/powerpoint/2010/main" val="19234148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6A850-ADAE-4A0F-853D-25CD400A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0B905-0656-4D6F-93BC-77C3F7BC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Traza de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6F6A0-C01F-4A2F-91B9-37B6FD75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A8BC3-508C-4460-A03C-250DC48F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612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Inserción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Ubicación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612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raíz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12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izquierda de 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derecha de 8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12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izquierda de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derecha de 3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61232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Inorden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1,3,6,8,10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0939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C17AE-F6C7-47D9-B416-1ADFD041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4483B-2DBC-458B-8EA9-C2A1E49D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en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41CB3-CE1B-4587-B5AD-0C9884DC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F24CF-929F-4997-8A1F-6E8F993B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44810-FE14-4435-893E-B9BAF6EE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static Node insert(Node n,int key)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if (n==null) return new Node(key);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if (key&lt;n.key) n.left=insert(n.left,key);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else if (key&gt;n.key) n.right=insert(n.right,key);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return n;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95F28-04D9-45FB-969E-8F130BED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la demostración. Código completo y ejecución en el material Java.</a:t>
            </a:r>
          </a:p>
        </p:txBody>
      </p:sp>
    </p:spTree>
    <p:extLst>
      <p:ext uri="{BB962C8B-B14F-4D97-AF65-F5344CB8AC3E}">
        <p14:creationId xmlns:p14="http://schemas.microsoft.com/office/powerpoint/2010/main" val="20090825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DDFB6-4225-48F1-BE0E-80B850C4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5D7C6-57E2-42E4-AB3B-D18B1594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Práctica de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7B0E6-9A65-442D-92F5-053BE731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67F13-A560-4266-A0AD-9247AD27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1B7D5-541D-4B58-AB31-6D1C5EDF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Extiende el BST con eliminación de una clave y cálculo de altura. Conserva la política de no duplicados. Prueba por separado hoja, nodo de un hijo, nodo de dos hijos y raíz. Comprueba el inorden después de cada cambio.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BE453-DDBC-4E65-97CB-AEC2E7D0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Evidencia: casos ejecutados, explicación de costos y commits reales.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Entrega: una versión. Registro en evidencias/PC3.3.1.md.</a:t>
            </a:r>
          </a:p>
        </p:txBody>
      </p:sp>
    </p:spTree>
    <p:extLst>
      <p:ext uri="{BB962C8B-B14F-4D97-AF65-F5344CB8AC3E}">
        <p14:creationId xmlns:p14="http://schemas.microsoft.com/office/powerpoint/2010/main" val="1527069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D13C4-8572-4575-A496-92EFFC99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2196E-4253-48B5-8A9B-C2E2A707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26204-DDF0-4148-8157-36C4882F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3844F-A85E-4418-88BF-E8A9C15B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o 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exigido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8,3,10,1,6; eliminar 3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inorden [1,6,8,10]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[8]; eliminar 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árbol vacío; altura 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insertar 8 dos veces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 único nodo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4012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4B6BD-52DE-4DF5-A052-95BF3861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20A26-3410-485E-89CF-D0563C24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F806D-78B7-4014-9AFC-AA69212D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3.3.1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498FF-84B9-47A6-82F1-51ED0ED8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B6299-F654-4D82-874C-26C30044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árbol tiene raíz, enlaces padre-hijo y un único camino desde la raíz a cada nodo. Una hoja no tiene hijos.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Al eliminar una hoja se desconecta. Con un hijo se enlaza ese hijo con el padre.</a:t>
            </a:r>
          </a:p>
        </p:txBody>
      </p:sp>
    </p:spTree>
    <p:extLst>
      <p:ext uri="{BB962C8B-B14F-4D97-AF65-F5344CB8AC3E}">
        <p14:creationId xmlns:p14="http://schemas.microsoft.com/office/powerpoint/2010/main" val="353904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2026-10-02T01:44:29.1160000Z</dcterms:created>
  <dcterms:modified xsi:type="dcterms:W3CDTF">2026-10-02T01:44:29.1160000Z</dcterms:modified>
</coreProperties>
</file>