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8671899a2124bf6" /><Relationship Type="http://schemas.openxmlformats.org/officeDocument/2006/relationships/extended-properties" Target="/docProps/app.xml" Id="Rd1d436cb0ed34c0f" /><Relationship Type="http://schemas.openxmlformats.org/officeDocument/2006/relationships/officeDocument" Target="/ppt/presentation.xml" Id="R70055d5fcd53483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c0f5bff49e74fd6"/>
  </p:sldMasterIdLst>
  <p:notesMasterIdLst>
    <p:notesMasterId xmlns:r="http://schemas.openxmlformats.org/officeDocument/2006/relationships" r:id="Rc75dee7791a24f8f"/>
  </p:notesMasterIdLst>
  <p:sldIdLst>
    <p:sldId xmlns:r="http://schemas.openxmlformats.org/officeDocument/2006/relationships" id="256" r:id="R56aec611103b409e"/>
    <p:sldId xmlns:r="http://schemas.openxmlformats.org/officeDocument/2006/relationships" id="257" r:id="Rf05c576e334148c8"/>
    <p:sldId xmlns:r="http://schemas.openxmlformats.org/officeDocument/2006/relationships" id="258" r:id="R47de976b885f4cc8"/>
    <p:sldId xmlns:r="http://schemas.openxmlformats.org/officeDocument/2006/relationships" id="259" r:id="R0b4e18857c2347d4"/>
    <p:sldId xmlns:r="http://schemas.openxmlformats.org/officeDocument/2006/relationships" id="260" r:id="R44c3d7d5489a478d"/>
    <p:sldId xmlns:r="http://schemas.openxmlformats.org/officeDocument/2006/relationships" id="261" r:id="R290822e777ce4ce4"/>
    <p:sldId xmlns:r="http://schemas.openxmlformats.org/officeDocument/2006/relationships" id="262" r:id="Re1c915fda1b44a15"/>
    <p:sldId xmlns:r="http://schemas.openxmlformats.org/officeDocument/2006/relationships" id="263" r:id="R1d7672415c2b401b"/>
    <p:sldId xmlns:r="http://schemas.openxmlformats.org/officeDocument/2006/relationships" id="264" r:id="R46d26ba6cb4046ae"/>
    <p:sldId xmlns:r="http://schemas.openxmlformats.org/officeDocument/2006/relationships" id="265" r:id="Rb46faae0a13842d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c624eb6ff4649db" /><Relationship Type="http://schemas.openxmlformats.org/officeDocument/2006/relationships/slideMaster" Target="/ppt/slideMasters/slideMaster1.xml" Id="R6c0f5bff49e74fd6" /><Relationship Type="http://schemas.openxmlformats.org/officeDocument/2006/relationships/notesMaster" Target="/ppt/notesMasters/notesMaster1.xml" Id="Rc75dee7791a24f8f" /><Relationship Type="http://schemas.openxmlformats.org/officeDocument/2006/relationships/presProps" Target="/ppt/presProps.xml" Id="R497aff5e2b59442f" /><Relationship Type="http://schemas.openxmlformats.org/officeDocument/2006/relationships/tableStyles" Target="/ppt/tableStyles.xml" Id="R840b73c7a35d4a91" /><Relationship Type="http://schemas.openxmlformats.org/officeDocument/2006/relationships/slide" Target="/ppt/slides/slide1.xml" Id="R56aec611103b409e" /><Relationship Type="http://schemas.openxmlformats.org/officeDocument/2006/relationships/slide" Target="/ppt/slides/slide2.xml" Id="Rf05c576e334148c8" /><Relationship Type="http://schemas.openxmlformats.org/officeDocument/2006/relationships/slide" Target="/ppt/slides/slide3.xml" Id="R47de976b885f4cc8" /><Relationship Type="http://schemas.openxmlformats.org/officeDocument/2006/relationships/slide" Target="/ppt/slides/slide4.xml" Id="R0b4e18857c2347d4" /><Relationship Type="http://schemas.openxmlformats.org/officeDocument/2006/relationships/slide" Target="/ppt/slides/slide5.xml" Id="R44c3d7d5489a478d" /><Relationship Type="http://schemas.openxmlformats.org/officeDocument/2006/relationships/slide" Target="/ppt/slides/slide6.xml" Id="R290822e777ce4ce4" /><Relationship Type="http://schemas.openxmlformats.org/officeDocument/2006/relationships/slide" Target="/ppt/slides/slide7.xml" Id="Re1c915fda1b44a15" /><Relationship Type="http://schemas.openxmlformats.org/officeDocument/2006/relationships/slide" Target="/ppt/slides/slide8.xml" Id="R1d7672415c2b401b" /><Relationship Type="http://schemas.openxmlformats.org/officeDocument/2006/relationships/slide" Target="/ppt/slides/slide9.xml" Id="R46d26ba6cb4046ae" /><Relationship Type="http://schemas.openxmlformats.org/officeDocument/2006/relationships/slide" Target="/ppt/slides/slide10.xml" Id="Rb46faae0a13842d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609411618c94d7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cc00a37371e4bbf" /><Relationship Type="http://schemas.openxmlformats.org/officeDocument/2006/relationships/notesMaster" Target="/ppt/notesMasters/notesMaster1.xml" Id="R00d6d0a304284f6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0cf53bf452f485f" /><Relationship Type="http://schemas.openxmlformats.org/officeDocument/2006/relationships/notesMaster" Target="/ppt/notesMasters/notesMaster1.xml" Id="R5a6c461b4b69487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14099c32bf8494a" /><Relationship Type="http://schemas.openxmlformats.org/officeDocument/2006/relationships/notesMaster" Target="/ppt/notesMasters/notesMaster1.xml" Id="Re39810032121491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718f4f4aeb445fa" /><Relationship Type="http://schemas.openxmlformats.org/officeDocument/2006/relationships/notesMaster" Target="/ppt/notesMasters/notesMaster1.xml" Id="R0dbef17ecff4461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b98235df1e74581" /><Relationship Type="http://schemas.openxmlformats.org/officeDocument/2006/relationships/notesMaster" Target="/ppt/notesMasters/notesMaster1.xml" Id="R90defab92fdf44d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1dcbeb3d5744a61" /><Relationship Type="http://schemas.openxmlformats.org/officeDocument/2006/relationships/notesMaster" Target="/ppt/notesMasters/notesMaster1.xml" Id="Raeb9af0407a84c9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ba7074657334720" /><Relationship Type="http://schemas.openxmlformats.org/officeDocument/2006/relationships/notesMaster" Target="/ppt/notesMasters/notesMaster1.xml" Id="Rc4cce79514cd414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14668ae9bff4aa3" /><Relationship Type="http://schemas.openxmlformats.org/officeDocument/2006/relationships/notesMaster" Target="/ppt/notesMasters/notesMaster1.xml" Id="R77ab5bb331744db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ce6d958421349ee" /><Relationship Type="http://schemas.openxmlformats.org/officeDocument/2006/relationships/notesMaster" Target="/ppt/notesMasters/notesMaster1.xml" Id="Ra0fecab8c0524fb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95f6e66639641b4" /><Relationship Type="http://schemas.openxmlformats.org/officeDocument/2006/relationships/notesMaster" Target="/ppt/notesMasters/notesMaster1.xml" Id="Rd4d95f61321c447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8a09fce44e417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a34b49c3ec475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2b4ceb7ce2441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846a78f55d444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88ad0e301c405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6ba3f10c05449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EF546D21-3E25-4860-9F0C-2BA61FBDE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08EDE25-1A8A-49B5-BAA5-04290F9809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6AB11B7E-B142-427E-AE60-EEBF68D0743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BBEBA6C1-C3F2-4039-A84B-0A534FB0A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2B700D8-6955-43F4-8A31-D007512F04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B4B17BB8-4B3F-4B34-82C8-37F10F391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E508401-7592-42B5-838C-686848032C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ECF6F2B4-4E2E-4F1E-9AA3-15DE58FECF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446A9242-A177-46C9-BDA6-BC708155A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6ECB03E-1E02-4D79-9EAE-3ED773358D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D292ACF-985E-4BE3-89F6-A590DEFD7DF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F044E69-4450-4914-90F8-D43C3000403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51156FF0-65B1-4D28-A457-0C3E05476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C13F6B8-B5EE-43E0-B265-7FF36E61E0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1F098E5-5958-46C1-9182-DB0928F9FD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551dfb47a7d4bd0" /><Relationship Type="http://schemas.openxmlformats.org/officeDocument/2006/relationships/slideLayout" Target="/ppt/slideLayouts/slideLayout1.xml" Id="R6c1004985c4541b0" /><Relationship Type="http://schemas.openxmlformats.org/officeDocument/2006/relationships/slideLayout" Target="/ppt/slideLayouts/slideLayout2.xml" Id="R89f19ca0ceea44ca" /><Relationship Type="http://schemas.openxmlformats.org/officeDocument/2006/relationships/slideLayout" Target="/ppt/slideLayouts/slideLayout3.xml" Id="R0ccd879a796d4142" /><Relationship Type="http://schemas.openxmlformats.org/officeDocument/2006/relationships/slideLayout" Target="/ppt/slideLayouts/slideLayout4.xml" Id="R9bfdbd24fcf844cc" /><Relationship Type="http://schemas.openxmlformats.org/officeDocument/2006/relationships/slideLayout" Target="/ppt/slideLayouts/slideLayout5.xml" Id="R73d1876f7be64d8d" /><Relationship Type="http://schemas.openxmlformats.org/officeDocument/2006/relationships/slideLayout" Target="/ppt/slideLayouts/slideLayout6.xml" Id="R76af3df7974c495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c1004985c4541b0"/>
    <p:sldLayoutId xmlns:r="http://schemas.openxmlformats.org/officeDocument/2006/relationships" id="2147483650" r:id="R89f19ca0ceea44ca"/>
    <p:sldLayoutId xmlns:r="http://schemas.openxmlformats.org/officeDocument/2006/relationships" id="2147483651" r:id="R0ccd879a796d4142"/>
    <p:sldLayoutId xmlns:r="http://schemas.openxmlformats.org/officeDocument/2006/relationships" id="2147483652" r:id="R9bfdbd24fcf844cc"/>
    <p:sldLayoutId xmlns:r="http://schemas.openxmlformats.org/officeDocument/2006/relationships" id="2147483653" r:id="R73d1876f7be64d8d"/>
    <p:sldLayoutId xmlns:r="http://schemas.openxmlformats.org/officeDocument/2006/relationships" id="2147483654" r:id="R76af3df7974c495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71520747f544d4" /><Relationship Type="http://schemas.openxmlformats.org/officeDocument/2006/relationships/image" Target="/ppt/media/image.png" Id="R7aaf396d9f994889" /><Relationship Type="http://schemas.openxmlformats.org/officeDocument/2006/relationships/notesSlide" Target="/ppt/notesSlides/notesSlide1.xml" Id="Ra93a7ee52cc646b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d4bd29a1c14130" /><Relationship Type="http://schemas.openxmlformats.org/officeDocument/2006/relationships/notesSlide" Target="/ppt/notesSlides/notesSlide2.xml" Id="Rcc1ee9e0c182456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230d3f4b334a51" /><Relationship Type="http://schemas.openxmlformats.org/officeDocument/2006/relationships/notesSlide" Target="/ppt/notesSlides/notesSlide3.xml" Id="Ra99a61152a92493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736bd0ff544661" /><Relationship Type="http://schemas.openxmlformats.org/officeDocument/2006/relationships/notesSlide" Target="/ppt/notesSlides/notesSlide4.xml" Id="Ra38bc1599aeb455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5b616ccbcc404a" /><Relationship Type="http://schemas.openxmlformats.org/officeDocument/2006/relationships/notesSlide" Target="/ppt/notesSlides/notesSlide5.xml" Id="R6417cebec3284ec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41c84a28b547e7" /><Relationship Type="http://schemas.openxmlformats.org/officeDocument/2006/relationships/notesSlide" Target="/ppt/notesSlides/notesSlide6.xml" Id="Rc2e5ef500b0943d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d28f06ad08405c" /><Relationship Type="http://schemas.openxmlformats.org/officeDocument/2006/relationships/notesSlide" Target="/ppt/notesSlides/notesSlide7.xml" Id="R39cc6554af5c4cc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804ab843914e52" /><Relationship Type="http://schemas.openxmlformats.org/officeDocument/2006/relationships/notesSlide" Target="/ppt/notesSlides/notesSlide8.xml" Id="Rc8a776dea89749d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c1e044059f4619" /><Relationship Type="http://schemas.openxmlformats.org/officeDocument/2006/relationships/notesSlide" Target="/ppt/notesSlides/notesSlide9.xml" Id="R38f3d34419274b8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59e8dd75604e28" /><Relationship Type="http://schemas.openxmlformats.org/officeDocument/2006/relationships/notesSlide" Target="/ppt/notesSlides/notesSlide10.xml" Id="R764dfd77bf21454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af396d9f994889"/>
          <a:stretch xmlns:a="http://schemas.openxmlformats.org/drawingml/2006/main"/>
        </p:blipFill>
        <p:spPr>
          <a:xfrm xmlns:a="http://schemas.openxmlformats.org/drawingml/2006/main">
            <a:off x="609600" y="534507"/>
            <a:ext cx="7048500" cy="1159836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9F7CA0-BE10-437F-8101-AEDF7F98C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1047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Estructura de Datos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F60C5B-454E-4AA5-9BA7-4A1AAB391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52775"/>
            <a:ext cx="106680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Pilas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F4DCFC-44B3-440B-A62F-87384A1F6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381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AE6803-1391-4023-8A75-9BE2B7E12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816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Unidad 3 · 3.1.1 · Java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C160F3-C8B9-4C9A-8F15-FEE03A27E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912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Ing. Pablo Torres, Mgtr.</a:t>
            </a:r>
          </a:p>
        </p:txBody>
      </p:sp>
    </p:spTree>
    <p:extLst>
      <p:ext uri="{BB962C8B-B14F-4D97-AF65-F5344CB8AC3E}">
        <p14:creationId xmlns:p14="http://schemas.microsoft.com/office/powerpoint/2010/main" val="19147786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E2E697-9410-403C-96F7-DD7F5A57E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A7E4ED-F67D-4097-98B0-F6896D4E9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¿Qué aprenderemos hoy?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8F5850-4CA1-40A3-8E7F-F25330FB0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3.1.1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C86370-A6F3-4F6B-92A3-71AE169FB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CAC79A-9658-4986-806E-03105B68C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7632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1. Tipo abstracto LIFO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2. Representación y operaciones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3. Validación de delimitadores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4. Bibliotecas y errores</a:t>
            </a:r>
          </a:p>
        </p:txBody>
      </p:sp>
    </p:spTree>
    <p:extLst>
      <p:ext uri="{BB962C8B-B14F-4D97-AF65-F5344CB8AC3E}">
        <p14:creationId xmlns:p14="http://schemas.microsoft.com/office/powerpoint/2010/main" val="14480014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270964-9AAD-4F7B-A77C-7721E3E1D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FDA803-3F05-467A-9D1B-39B073DEE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Operaciones de pila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D03A57-5507-4010-A5BC-7A91F4F80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3.1.1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D061D8-6867-4DFD-AE3B-C4F569E0C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CAE599-BFAC-4899-B6F2-74133783C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97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E9F5F5-5104-46C0-B59F-2316F214E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5716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LIFO: el último valor insertado sale primero.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D1F135-821E-4613-B459-AF503435E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813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D75377-6DD2-43B9-893E-87949426A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9432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push inserta, pop extrae y peek consulta sin eliminar.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617715-06B7-432D-9D0E-91503758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529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3CF117-3028-4C8F-AEEB-E839C86D5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3148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El contrato debe definir el comportamiento en vacío.</a:t>
            </a:r>
          </a:p>
        </p:txBody>
      </p:sp>
    </p:spTree>
    <p:extLst>
      <p:ext uri="{BB962C8B-B14F-4D97-AF65-F5344CB8AC3E}">
        <p14:creationId xmlns:p14="http://schemas.microsoft.com/office/powerpoint/2010/main" val="17001918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42DC7B-679D-445E-B7B4-CE659229A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EF4309-40BC-4DCD-A9AC-2F44DD614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Representación y costo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0F43F7-20BB-4B9E-BBE6-0EEDF4134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3.1.1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4140F5-171B-42CC-9B0E-BE634A67D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4D8832-889E-492A-A2B3-9E84869D7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97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573486-777D-45A0-A889-56BB9D926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5716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Con nodos, push y pop modifican el enlace del tope en Θ(1).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C06058-1165-46E6-865C-4D4310E08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813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6DE6DD-2D67-4673-98BA-D05DDAB95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9432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Con arreglo dinámico, push es constante amortizado.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8BD318-B774-46A2-BA8B-E60FF8ECF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529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88EA2A-E83F-4224-9478-3676B3D6A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3148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ArrayDeque, list y Array tienen comportamientos de vacío diferentes.</a:t>
            </a:r>
          </a:p>
        </p:txBody>
      </p:sp>
    </p:spTree>
    <p:extLst>
      <p:ext uri="{BB962C8B-B14F-4D97-AF65-F5344CB8AC3E}">
        <p14:creationId xmlns:p14="http://schemas.microsoft.com/office/powerpoint/2010/main" val="5471437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EC4098-C371-4D38-A990-F78CA2204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252741-C067-4349-A809-FDC5A7D06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Anidamiento de delimitadores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A3F26C-5953-467D-8B16-0660AC693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3.1.1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0805AB-BD50-4F5D-8253-2EF9DA91F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D8499A-56D7-43C4-967C-3DE2C2B2C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97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B4AB51-10EB-4DDB-BA75-6F53D54EC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5716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Cada apertura se apila. Un cierre debe coincidir con el tope.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B2F81D-5803-41B0-B41D-09F4BC558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813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DBBE1D-2749-45E7-ADA1-64C5E058B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9432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La pila debe estar vacía al terminar.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E7501A-2E01-4E6B-BF04-C7AB231B7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529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976CB0-F848-432C-A8F6-28DBCCFFA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3148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([)] no es válido aunque las cantidades de aperturas y cierres coincidan.</a:t>
            </a:r>
          </a:p>
        </p:txBody>
      </p:sp>
    </p:spTree>
    <p:extLst>
      <p:ext uri="{BB962C8B-B14F-4D97-AF65-F5344CB8AC3E}">
        <p14:creationId xmlns:p14="http://schemas.microsoft.com/office/powerpoint/2010/main" val="90910973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3FAB4B-EA32-4C81-B7FB-192C0E034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CA7CFE-56FE-4F9C-A5F0-8A50F4844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Traza de referencia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B73E7A-F367-4962-9059-A053C1ACB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3.1.1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15133B-5684-433D-80C4-2960211DF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4286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6781800"/>
              </a:tblGrid>
              <a:tr h="857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Símbolo</a:t>
                      </a:r>
                    </a:p>
                  </a:txBody>
                  <a:tcPr marL="91440" marR="91440" marT="45720" marB="45720">
                    <a:solidFill>
                      <a:srgbClr val="00377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Pila de base a tope</a:t>
                      </a:r>
                    </a:p>
                  </a:txBody>
                  <a:tcPr marL="91440" marR="91440" marT="45720" marB="45720">
                    <a:solidFill>
                      <a:srgbClr val="003772"/>
                    </a:solidFill>
                  </a:tcPr>
                </a:tc>
              </a:tr>
              <a:tr h="857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(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(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</a:tr>
              <a:tr h="857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( [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]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(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</a:tr>
              <a:tr h="857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vacía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822792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9AB6D1-203E-4284-ABF0-06D27F119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F4E453-A369-4C4D-B363-08C3E224C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Demostración en Java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0FD369-B7C6-443A-A6E5-FA40C501E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3.1.1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2C729B-AE77-443E-82E3-3965CEEED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7B7967-F76D-4A85-9258-C8F84119F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57325"/>
            <a:ext cx="106680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static boolean balanced(String text) {</a:t>
            </a:r>
          </a:p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        Deque&lt;Character&gt; stack=new ArrayDeque&lt;&gt;();</a:t>
            </a:r>
          </a:p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        String open="([{", close=")]}";</a:t>
            </a:r>
          </a:p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        for (char c : text.toCharArray()) {</a:t>
            </a:r>
          </a:p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            if (open.indexOf(c)&gt;=0) stack.push(c);</a:t>
            </a:r>
          </a:p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            else if (close.indexOf(c)&gt;=0) {</a:t>
            </a:r>
          </a:p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                int kind=close.indexOf(c);</a:t>
            </a:r>
          </a:p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                if (stack.isEmpty() || stack.pop()!=open.charAt(kind)) return false;</a:t>
            </a:r>
          </a:p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            }</a:t>
            </a:r>
          </a:p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        }</a:t>
            </a:r>
          </a:p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        return stack.isEmpty();</a:t>
            </a:r>
          </a:p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    }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562CBB-CDDE-4F0B-B0BD-12B289C27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5785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Fragmento de la demostración. Código completo y ejecución en el material Java.</a:t>
            </a:r>
          </a:p>
        </p:txBody>
      </p:sp>
    </p:spTree>
    <p:extLst>
      <p:ext uri="{BB962C8B-B14F-4D97-AF65-F5344CB8AC3E}">
        <p14:creationId xmlns:p14="http://schemas.microsoft.com/office/powerpoint/2010/main" val="48801783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139FF4-0550-4041-ACB7-DB1BC8C26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C304E2-B3D6-4977-9AB8-752B4D92E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Práctica de clase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E9C4CB-DAB7-4CAC-9A60-06635BB71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3.1.1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6B2499-DD9D-4F05-AB36-F1AD25970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043D59-4117-4263-915C-3327B6CF6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10668000" cy="3095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Implementa un historial de acciones con dos pilas: deshacer y rehacer. Ejecutar una acción nueva debe vaciar rehacer. Define el comportamiento de operaciones vacías y conserva el estado al rechazarlas.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5507AE-E045-47CD-9D6E-AEABF8382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05375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Evidencia: casos ejecutados, explicación de costos y commits reales.</a:t>
            </a:r>
          </a:p>
          <a:p xmlns:a="http://schemas.openxmlformats.org/drawingml/2006/main">
            <a:pPr>
              <a:def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Entrega: una versión. Registro en evidencias/PC3.1.1.md.</a:t>
            </a:r>
          </a:p>
        </p:txBody>
      </p:sp>
    </p:spTree>
    <p:extLst>
      <p:ext uri="{BB962C8B-B14F-4D97-AF65-F5344CB8AC3E}">
        <p14:creationId xmlns:p14="http://schemas.microsoft.com/office/powerpoint/2010/main" val="191288451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64DE26-3F1B-48F0-8122-56E065DFF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D569AE-58DD-4176-A782-B9414DB64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Casos de aceptación de la PC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583503-3C78-4E74-947F-8FB95FA01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3.1.1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CEA3AD-A133-4D3C-972E-47F433C55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9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4286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6781800"/>
              </a:tblGrid>
              <a:tr h="10715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Entrada o escenario</a:t>
                      </a:r>
                    </a:p>
                  </a:txBody>
                  <a:tcPr marL="91440" marR="91440" marT="45720" marB="45720">
                    <a:solidFill>
                      <a:srgbClr val="00377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Resultado exigido</a:t>
                      </a:r>
                    </a:p>
                  </a:txBody>
                  <a:tcPr marL="91440" marR="91440" marT="45720" marB="45720">
                    <a:solidFill>
                      <a:srgbClr val="003772"/>
                    </a:solidFill>
                  </a:tcPr>
                </a:tc>
              </a:tr>
              <a:tr h="10715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ejecutar A, B; deshacer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estado A; B disponible para rehacer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</a:tr>
              <a:tr h="10715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deshacer; ejecutar 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rehacer queda vacío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0715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deshacer en historial vacío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mensaje de operación no disponible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337205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DDD002-47F6-4AFD-A0D3-DE81E8BE4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883439-6386-484C-AB06-77DA28D70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Lo esencial de hoy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D5E4C3-DA41-4301-8041-A1736C5BF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3.1.1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74F977-14E9-4DE5-A3E9-2BAE618A6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7FD5A9-D18F-4D1E-833A-291C0959C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106680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Una pila permite insertar y retirar por un mismo extremo, llamado tope. El último valor insertado es el primero que sale.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En Java se prefiere Deque con ArrayDeque para esta demostración; pop en vacío lanza excepción y peek devuelve null. ArrayDeque no acepta null.</a:t>
            </a:r>
          </a:p>
        </p:txBody>
      </p:sp>
    </p:spTree>
    <p:extLst>
      <p:ext uri="{BB962C8B-B14F-4D97-AF65-F5344CB8AC3E}">
        <p14:creationId xmlns:p14="http://schemas.microsoft.com/office/powerpoint/2010/main" val="17123213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2026-10-02T01:44:01.8320000Z</dcterms:created>
  <dcterms:modified xsi:type="dcterms:W3CDTF">2026-10-02T01:44:01.8320000Z</dcterms:modified>
</coreProperties>
</file>