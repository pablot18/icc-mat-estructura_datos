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cc5bd451b24a6c" /><Relationship Type="http://schemas.openxmlformats.org/officeDocument/2006/relationships/extended-properties" Target="/docProps/app.xml" Id="Rf7751e719b1f4fc2" /><Relationship Type="http://schemas.openxmlformats.org/officeDocument/2006/relationships/officeDocument" Target="/ppt/presentation.xml" Id="Ree699b66147645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9d0f0f39fa4005"/>
  </p:sldMasterIdLst>
  <p:notesMasterIdLst>
    <p:notesMasterId xmlns:r="http://schemas.openxmlformats.org/officeDocument/2006/relationships" r:id="Rb284fd9ccb79461f"/>
  </p:notesMasterIdLst>
  <p:sldIdLst>
    <p:sldId xmlns:r="http://schemas.openxmlformats.org/officeDocument/2006/relationships" id="256" r:id="R176c407d2cfb46a5"/>
    <p:sldId xmlns:r="http://schemas.openxmlformats.org/officeDocument/2006/relationships" id="257" r:id="R5abe24b36afa4b94"/>
    <p:sldId xmlns:r="http://schemas.openxmlformats.org/officeDocument/2006/relationships" id="258" r:id="Rcf420e8b0f7c4b72"/>
    <p:sldId xmlns:r="http://schemas.openxmlformats.org/officeDocument/2006/relationships" id="259" r:id="Re3a00eaa1fb84f77"/>
    <p:sldId xmlns:r="http://schemas.openxmlformats.org/officeDocument/2006/relationships" id="260" r:id="Ree479456157f426e"/>
    <p:sldId xmlns:r="http://schemas.openxmlformats.org/officeDocument/2006/relationships" id="261" r:id="R60828cbc4fde4b24"/>
    <p:sldId xmlns:r="http://schemas.openxmlformats.org/officeDocument/2006/relationships" id="262" r:id="Rd92a54a6290b470b"/>
    <p:sldId xmlns:r="http://schemas.openxmlformats.org/officeDocument/2006/relationships" id="263" r:id="R774d4e1b0f8149d5"/>
    <p:sldId xmlns:r="http://schemas.openxmlformats.org/officeDocument/2006/relationships" id="264" r:id="R50df67a6f7de427f"/>
    <p:sldId xmlns:r="http://schemas.openxmlformats.org/officeDocument/2006/relationships" id="265" r:id="Ra8273cf8f61141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6d2e497a6446dc" /><Relationship Type="http://schemas.openxmlformats.org/officeDocument/2006/relationships/slideMaster" Target="/ppt/slideMasters/slideMaster1.xml" Id="Rae9d0f0f39fa4005" /><Relationship Type="http://schemas.openxmlformats.org/officeDocument/2006/relationships/notesMaster" Target="/ppt/notesMasters/notesMaster1.xml" Id="Rb284fd9ccb79461f" /><Relationship Type="http://schemas.openxmlformats.org/officeDocument/2006/relationships/presProps" Target="/ppt/presProps.xml" Id="R0133eb7d414b4ac6" /><Relationship Type="http://schemas.openxmlformats.org/officeDocument/2006/relationships/tableStyles" Target="/ppt/tableStyles.xml" Id="Ra3c2d8260a7246b5" /><Relationship Type="http://schemas.openxmlformats.org/officeDocument/2006/relationships/slide" Target="/ppt/slides/slide1.xml" Id="R176c407d2cfb46a5" /><Relationship Type="http://schemas.openxmlformats.org/officeDocument/2006/relationships/slide" Target="/ppt/slides/slide2.xml" Id="R5abe24b36afa4b94" /><Relationship Type="http://schemas.openxmlformats.org/officeDocument/2006/relationships/slide" Target="/ppt/slides/slide3.xml" Id="Rcf420e8b0f7c4b72" /><Relationship Type="http://schemas.openxmlformats.org/officeDocument/2006/relationships/slide" Target="/ppt/slides/slide4.xml" Id="Re3a00eaa1fb84f77" /><Relationship Type="http://schemas.openxmlformats.org/officeDocument/2006/relationships/slide" Target="/ppt/slides/slide5.xml" Id="Ree479456157f426e" /><Relationship Type="http://schemas.openxmlformats.org/officeDocument/2006/relationships/slide" Target="/ppt/slides/slide6.xml" Id="R60828cbc4fde4b24" /><Relationship Type="http://schemas.openxmlformats.org/officeDocument/2006/relationships/slide" Target="/ppt/slides/slide7.xml" Id="Rd92a54a6290b470b" /><Relationship Type="http://schemas.openxmlformats.org/officeDocument/2006/relationships/slide" Target="/ppt/slides/slide8.xml" Id="R774d4e1b0f8149d5" /><Relationship Type="http://schemas.openxmlformats.org/officeDocument/2006/relationships/slide" Target="/ppt/slides/slide9.xml" Id="R50df67a6f7de427f" /><Relationship Type="http://schemas.openxmlformats.org/officeDocument/2006/relationships/slide" Target="/ppt/slides/slide10.xml" Id="Ra8273cf8f61141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9672a88e0143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9c5b6ee5354dd4" /><Relationship Type="http://schemas.openxmlformats.org/officeDocument/2006/relationships/notesMaster" Target="/ppt/notesMasters/notesMaster1.xml" Id="R3501bdee9f404c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32afbf3ffe4b60" /><Relationship Type="http://schemas.openxmlformats.org/officeDocument/2006/relationships/notesMaster" Target="/ppt/notesMasters/notesMaster1.xml" Id="Re356338da2f540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3de098ed914004" /><Relationship Type="http://schemas.openxmlformats.org/officeDocument/2006/relationships/notesMaster" Target="/ppt/notesMasters/notesMaster1.xml" Id="Rf8957b48cc9042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5d5d7ec36947dd" /><Relationship Type="http://schemas.openxmlformats.org/officeDocument/2006/relationships/notesMaster" Target="/ppt/notesMasters/notesMaster1.xml" Id="Rbb3c5516b89a44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dca79e5325405e" /><Relationship Type="http://schemas.openxmlformats.org/officeDocument/2006/relationships/notesMaster" Target="/ppt/notesMasters/notesMaster1.xml" Id="R7c871e156a064d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2edaa9131a41df" /><Relationship Type="http://schemas.openxmlformats.org/officeDocument/2006/relationships/notesMaster" Target="/ppt/notesMasters/notesMaster1.xml" Id="R149603eb752a45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5cfea69d534ab5" /><Relationship Type="http://schemas.openxmlformats.org/officeDocument/2006/relationships/notesMaster" Target="/ppt/notesMasters/notesMaster1.xml" Id="R8e2c819a4ab74d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1cf49a7e7442f4" /><Relationship Type="http://schemas.openxmlformats.org/officeDocument/2006/relationships/notesMaster" Target="/ppt/notesMasters/notesMaster1.xml" Id="R76946fd6aa0a4f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ce9a4c929a4d4c" /><Relationship Type="http://schemas.openxmlformats.org/officeDocument/2006/relationships/notesMaster" Target="/ppt/notesMasters/notesMaster1.xml" Id="Ra33bfbef5e144d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bca77fb7f84d61" /><Relationship Type="http://schemas.openxmlformats.org/officeDocument/2006/relationships/notesMaster" Target="/ppt/notesMasters/notesMaster1.xml" Id="Ra315c2ad70b146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2d7366cc324d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b5d43ac8ee4b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0e15d0bdb8402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2c6ee5bf5b44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b98fe0ff354a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da2b5f6e3e42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A2E2250-02BA-4098-A60B-E5552F88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CA348A0-DFE3-4620-AC41-5A9CB51FFA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5B48B18-6DFD-418E-AAB5-C207A573088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60AF474-7436-450D-989B-4929ADC1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1246438-AA51-4506-AC8D-AB399E3606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F00682C-2A0F-4AE5-BD30-1F330086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98DC4E-4B8C-4F80-80E9-4006B76D0E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85FA196-ACB2-49F0-AEC6-3B69B65F6B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FBED4B0-606D-49C9-BE0C-D72E4058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C83D4A-AA12-426B-BA2C-891DF30EAF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CECDD9-36D1-47BD-9198-73BFE761FC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1F54004-09D2-49E9-BFBF-71AF57A035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B844AFD-B704-4CEC-A892-EA182A6B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BE4D1C7-70C0-4A08-9714-9CA7C732B0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2E2973D-855D-42AD-ADEF-A82E915199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c68fa8a0cb4111" /><Relationship Type="http://schemas.openxmlformats.org/officeDocument/2006/relationships/slideLayout" Target="/ppt/slideLayouts/slideLayout1.xml" Id="Rad2dec292dd94033" /><Relationship Type="http://schemas.openxmlformats.org/officeDocument/2006/relationships/slideLayout" Target="/ppt/slideLayouts/slideLayout2.xml" Id="R3019a10654de4208" /><Relationship Type="http://schemas.openxmlformats.org/officeDocument/2006/relationships/slideLayout" Target="/ppt/slideLayouts/slideLayout3.xml" Id="Ra9fe3464051f4399" /><Relationship Type="http://schemas.openxmlformats.org/officeDocument/2006/relationships/slideLayout" Target="/ppt/slideLayouts/slideLayout4.xml" Id="R4b6b6121d3864c89" /><Relationship Type="http://schemas.openxmlformats.org/officeDocument/2006/relationships/slideLayout" Target="/ppt/slideLayouts/slideLayout5.xml" Id="Ra7f871c9733c4875" /><Relationship Type="http://schemas.openxmlformats.org/officeDocument/2006/relationships/slideLayout" Target="/ppt/slideLayouts/slideLayout6.xml" Id="R3920b1049f0c47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2dec292dd94033"/>
    <p:sldLayoutId xmlns:r="http://schemas.openxmlformats.org/officeDocument/2006/relationships" id="2147483650" r:id="R3019a10654de4208"/>
    <p:sldLayoutId xmlns:r="http://schemas.openxmlformats.org/officeDocument/2006/relationships" id="2147483651" r:id="Ra9fe3464051f4399"/>
    <p:sldLayoutId xmlns:r="http://schemas.openxmlformats.org/officeDocument/2006/relationships" id="2147483652" r:id="R4b6b6121d3864c89"/>
    <p:sldLayoutId xmlns:r="http://schemas.openxmlformats.org/officeDocument/2006/relationships" id="2147483653" r:id="Ra7f871c9733c4875"/>
    <p:sldLayoutId xmlns:r="http://schemas.openxmlformats.org/officeDocument/2006/relationships" id="2147483654" r:id="R3920b1049f0c47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bcf895487f4617" /><Relationship Type="http://schemas.openxmlformats.org/officeDocument/2006/relationships/image" Target="/ppt/media/image.png" Id="R7b4558977f0e4ecd" /><Relationship Type="http://schemas.openxmlformats.org/officeDocument/2006/relationships/notesSlide" Target="/ppt/notesSlides/notesSlide1.xml" Id="R74f2fa906eec45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b575b4d1524f7e" /><Relationship Type="http://schemas.openxmlformats.org/officeDocument/2006/relationships/notesSlide" Target="/ppt/notesSlides/notesSlide2.xml" Id="R5f9940eb4f7949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27731090134da8" /><Relationship Type="http://schemas.openxmlformats.org/officeDocument/2006/relationships/notesSlide" Target="/ppt/notesSlides/notesSlide3.xml" Id="Rbde732ce4fd140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2b31c6ba3945c5" /><Relationship Type="http://schemas.openxmlformats.org/officeDocument/2006/relationships/notesSlide" Target="/ppt/notesSlides/notesSlide4.xml" Id="R4482c1c11cb348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99a6a6ddeb43ad" /><Relationship Type="http://schemas.openxmlformats.org/officeDocument/2006/relationships/notesSlide" Target="/ppt/notesSlides/notesSlide5.xml" Id="R1b72fddf8dea4c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8c855ffcdd4672" /><Relationship Type="http://schemas.openxmlformats.org/officeDocument/2006/relationships/notesSlide" Target="/ppt/notesSlides/notesSlide6.xml" Id="Rd9ea7d53856a46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2b08b6198f4bc9" /><Relationship Type="http://schemas.openxmlformats.org/officeDocument/2006/relationships/notesSlide" Target="/ppt/notesSlides/notesSlide7.xml" Id="R84ae3947fce34a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90d2950d2448ab" /><Relationship Type="http://schemas.openxmlformats.org/officeDocument/2006/relationships/notesSlide" Target="/ppt/notesSlides/notesSlide8.xml" Id="R8c1b219f1a4b4b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409f0f17e74b77" /><Relationship Type="http://schemas.openxmlformats.org/officeDocument/2006/relationships/notesSlide" Target="/ppt/notesSlides/notesSlide9.xml" Id="Ra1d31bbdcfbb4a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8cc055872f487d" /><Relationship Type="http://schemas.openxmlformats.org/officeDocument/2006/relationships/notesSlide" Target="/ppt/notesSlides/notesSlide10.xml" Id="Rb3b31ca1f32346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558977f0e4ecd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67C29-D6F3-4D6C-8476-47E85315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A20C7-7B27-49D7-AD0C-9FA40F7F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BA354-375B-4EE7-A11A-2132BF68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95C71-9FD7-4C6E-9E1B-1E28FFE1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3 · 3.1.2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A6C17-94BB-44DF-B2DE-A7609547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8232908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576C3-6221-4BD6-BF6C-9296AAA5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8EF75-7CB5-4C24-8EEA-020C5663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¿Qué aprenderemos hoy?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9F577-8EAC-4644-B7AB-3C9819B2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0DD6B-4008-48BC-9D11-5EF1BDBC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1FE05-DAA1-476C-B78F-78C7000C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76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1. Tipo abstracto FIFO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2. Arreglo circular acotado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3. Invariantes y referencias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4. Alternativas de biblioteca</a:t>
            </a:r>
          </a:p>
        </p:txBody>
      </p:sp>
    </p:spTree>
    <p:extLst>
      <p:ext uri="{BB962C8B-B14F-4D97-AF65-F5344CB8AC3E}">
        <p14:creationId xmlns:p14="http://schemas.microsoft.com/office/powerpoint/2010/main" val="21203399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9FF86-33B0-4B5C-93E8-94052090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CCFA4-521A-470B-B96D-9319A925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Cola FIFO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F0A98-C1E2-45CF-8DB0-E3E1AD7E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FA064-ADB8-4488-81AC-237993C2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339DF-637D-4E11-AB66-0D397837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2937C-2EA4-4469-881C-B9DB94E1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Encolar agrega al final y desencolar retira del frente.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64067-0271-41F3-B80E-22B2BE10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0DE51-AFD5-4E7B-8D86-7FDCCAE2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salida conserva el orden de llegada.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90271-AE2D-4E88-B9A5-B40E94A7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4F291-5513-4609-B685-A9411C71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cola de prioridad usa un criterio diferente.</a:t>
            </a:r>
          </a:p>
        </p:txBody>
      </p:sp>
    </p:spTree>
    <p:extLst>
      <p:ext uri="{BB962C8B-B14F-4D97-AF65-F5344CB8AC3E}">
        <p14:creationId xmlns:p14="http://schemas.microsoft.com/office/powerpoint/2010/main" val="909386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D55CF-55C5-49EF-B8A9-5E066F8A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35449-560C-4856-94F8-ABE15FF9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Buffer circular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659C8-DE89-4A34-B3AB-E142ECDF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B0860-90B7-483E-A645-DF481704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6C30F-7322-4830-875C-84C276AF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E23B3-8E20-4D2B-ACC2-0367B600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inserción usa (head+size) mod 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4A121-9949-4A32-8F8B-3E8B1000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E87897-58A7-4FFA-B6E4-7CCC1984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Retirar avanza head=(head+1) mod C y reduce size.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9B70E-0D05-4077-96D0-FF76FE14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24257-4D42-4310-9CCB-58038E25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size=0 indica vacío y size=C indica lleno.</a:t>
            </a:r>
          </a:p>
        </p:txBody>
      </p:sp>
    </p:spTree>
    <p:extLst>
      <p:ext uri="{BB962C8B-B14F-4D97-AF65-F5344CB8AC3E}">
        <p14:creationId xmlns:p14="http://schemas.microsoft.com/office/powerpoint/2010/main" val="1859582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986E5-C792-45AA-98C6-BD2DA133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01282-D3B2-4A8B-850E-D0480F6B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Invariantes y errores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70D78-451E-4D4B-9237-02C7662A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43AE9-37CC-4E6D-B68E-7D986A02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9D268-41A0-45D2-9C5D-3F511474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E207F-FE77-4C86-94DF-7725EBC7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tamaño permanece entre 0 y 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57FBB-B58C-4FC2-B41A-C6261228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216BE-0092-4407-A902-CF8561F5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inserción rechazada no sobrescribe datos. Al retirar se libera la referencia.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EF43F-7862-4CCD-B865-093FE70D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74E4B-FECA-4F2B-AA01-2ED20451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Las operaciones son Θ(1). Se reserva Θ(C) memoria.</a:t>
            </a:r>
          </a:p>
        </p:txBody>
      </p:sp>
    </p:spTree>
    <p:extLst>
      <p:ext uri="{BB962C8B-B14F-4D97-AF65-F5344CB8AC3E}">
        <p14:creationId xmlns:p14="http://schemas.microsoft.com/office/powerpoint/2010/main" val="12487147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9EE98-A92D-475D-9099-0A111954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FFEA8-2403-45A7-AC91-8B886ACC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Traza de referencia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0CEC9-56C1-4F12-9646-2741CC2F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59820-DD13-43D4-8041-59425B4D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Operación, C=3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Orden lógico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encolar 10,20,30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10,20,30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desencolar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20,30; sale 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encolar 40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20,30,40; se reutiliza posición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vaciar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salen 20,30,40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34661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9F2A4-17B7-4AEE-B265-D8BBCF2A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AE445-F785-4124-87DA-86EC85A1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en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ABF40-5355-42D7-A927-199EC9F0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5C74B-3723-4A9B-BA56-C9BC03C9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28A62-FF9E-4515-9A3A-2DD292FF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57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void add(int value) {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if (size==data.length) throw new IllegalStateException("llena");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data[(head+size)%data.length]=value; size++;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376B7-27C7-4C43-A1FD-77E63386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la demostración. Código completo y ejecución en el material Java.</a:t>
            </a:r>
          </a:p>
        </p:txBody>
      </p:sp>
    </p:spTree>
    <p:extLst>
      <p:ext uri="{BB962C8B-B14F-4D97-AF65-F5344CB8AC3E}">
        <p14:creationId xmlns:p14="http://schemas.microsoft.com/office/powerpoint/2010/main" val="9349523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C32F9-7D6D-4874-ABE1-B2775FF4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F16AE-7549-4A36-B950-C8AD678D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Práctica de clase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B726F-0DAB-4872-8687-0E3BB864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AB101-766B-4128-B4D4-A8A049B9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3F44E-339D-438B-AA15-2C5C5BF5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Construye un simulador de turnos con cola circular de capacidad configurable. Incluye agregar, atender, consultar siguiente y listar en orden lógico. Rechaza capacidad cero y atiende correctamente después de dar varias vueltas al buffer.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68A9D-BA55-4697-A29D-8F2996DB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Evidencia: casos ejecutados, explicación de costos y commits reales.</a:t>
            </a:r>
          </a:p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Entrega: una versión. Registro en evidencias/PC3.1.2.md.</a:t>
            </a:r>
          </a:p>
        </p:txBody>
      </p:sp>
    </p:spTree>
    <p:extLst>
      <p:ext uri="{BB962C8B-B14F-4D97-AF65-F5344CB8AC3E}">
        <p14:creationId xmlns:p14="http://schemas.microsoft.com/office/powerpoint/2010/main" val="9174646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F8EFD-DDD8-4CEF-AB30-07BEC928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7C040-806A-49E8-9442-4FB90968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B724A-71FB-41B2-ACD0-E01896B7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11AD8-F282-47EC-BB32-72FAE18E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o 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 exigido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C=2; agregar A,B,C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A,B; C rechazado sin cambios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atender A; agregar 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orden B,C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atender vacía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error controlado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38608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8FCDD-BE2A-491A-AE43-815437CE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7C198-087F-4E70-9163-A295B1F9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5DF6A-B0E6-4B47-8782-7C5E780D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2E43A-953B-4EC3-B082-74AD9970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1A306-8E89-491F-82FF-01A3416D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cola agrega al final y retira por el frente. El primero en ingresar es el primero en salir.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ArrayDeque en Java y collections.deque en Python evitan desplazar todos los elementos al retirar por el frente. JavaScript no ofrece una cola FIFO estándar especializada; Array.shift puede desplazar posiciones y no sustenta por sí solo una garantía constante.</a:t>
            </a:r>
          </a:p>
        </p:txBody>
      </p:sp>
    </p:spTree>
    <p:extLst>
      <p:ext uri="{BB962C8B-B14F-4D97-AF65-F5344CB8AC3E}">
        <p14:creationId xmlns:p14="http://schemas.microsoft.com/office/powerpoint/2010/main" val="7877566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2026-10-02T01:44:07.1370000Z</dcterms:created>
  <dcterms:modified xsi:type="dcterms:W3CDTF">2026-10-02T01:44:07.1370000Z</dcterms:modified>
</coreProperties>
</file>