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266fdf997a4497" /><Relationship Type="http://schemas.openxmlformats.org/officeDocument/2006/relationships/extended-properties" Target="/docProps/app.xml" Id="Reb7b2a4f83a24cca" /><Relationship Type="http://schemas.openxmlformats.org/officeDocument/2006/relationships/officeDocument" Target="/ppt/presentation.xml" Id="Rfc78daea19f541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ae19c14af46be"/>
  </p:sldMasterIdLst>
  <p:notesMasterIdLst>
    <p:notesMasterId xmlns:r="http://schemas.openxmlformats.org/officeDocument/2006/relationships" r:id="Re7c17a6e2e1c4e52"/>
  </p:notesMasterIdLst>
  <p:sldIdLst>
    <p:sldId xmlns:r="http://schemas.openxmlformats.org/officeDocument/2006/relationships" id="256" r:id="R8a3ce05c6b0c4669"/>
    <p:sldId xmlns:r="http://schemas.openxmlformats.org/officeDocument/2006/relationships" id="257" r:id="Rba92169ac0714b65"/>
    <p:sldId xmlns:r="http://schemas.openxmlformats.org/officeDocument/2006/relationships" id="258" r:id="Rf5af425207674c17"/>
    <p:sldId xmlns:r="http://schemas.openxmlformats.org/officeDocument/2006/relationships" id="259" r:id="R8258e9fa02384b79"/>
    <p:sldId xmlns:r="http://schemas.openxmlformats.org/officeDocument/2006/relationships" id="260" r:id="R34d88e572ddf4c79"/>
    <p:sldId xmlns:r="http://schemas.openxmlformats.org/officeDocument/2006/relationships" id="261" r:id="R14e187ef3a554096"/>
    <p:sldId xmlns:r="http://schemas.openxmlformats.org/officeDocument/2006/relationships" id="262" r:id="R1260194de8174e28"/>
    <p:sldId xmlns:r="http://schemas.openxmlformats.org/officeDocument/2006/relationships" id="263" r:id="R0b62b47e56a048d0"/>
    <p:sldId xmlns:r="http://schemas.openxmlformats.org/officeDocument/2006/relationships" id="264" r:id="R55e507cf795343eb"/>
    <p:sldId xmlns:r="http://schemas.openxmlformats.org/officeDocument/2006/relationships" id="265" r:id="R7fbe14623c0844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54fe6f4f64229" /><Relationship Type="http://schemas.openxmlformats.org/officeDocument/2006/relationships/slideMaster" Target="/ppt/slideMasters/slideMaster1.xml" Id="Rf1fae19c14af46be" /><Relationship Type="http://schemas.openxmlformats.org/officeDocument/2006/relationships/notesMaster" Target="/ppt/notesMasters/notesMaster1.xml" Id="Re7c17a6e2e1c4e52" /><Relationship Type="http://schemas.openxmlformats.org/officeDocument/2006/relationships/presProps" Target="/ppt/presProps.xml" Id="R07be8d0e6f2a4b1e" /><Relationship Type="http://schemas.openxmlformats.org/officeDocument/2006/relationships/tableStyles" Target="/ppt/tableStyles.xml" Id="R9f61e8535fc54b65" /><Relationship Type="http://schemas.openxmlformats.org/officeDocument/2006/relationships/slide" Target="/ppt/slides/slide1.xml" Id="R8a3ce05c6b0c4669" /><Relationship Type="http://schemas.openxmlformats.org/officeDocument/2006/relationships/slide" Target="/ppt/slides/slide2.xml" Id="Rba92169ac0714b65" /><Relationship Type="http://schemas.openxmlformats.org/officeDocument/2006/relationships/slide" Target="/ppt/slides/slide3.xml" Id="Rf5af425207674c17" /><Relationship Type="http://schemas.openxmlformats.org/officeDocument/2006/relationships/slide" Target="/ppt/slides/slide4.xml" Id="R8258e9fa02384b79" /><Relationship Type="http://schemas.openxmlformats.org/officeDocument/2006/relationships/slide" Target="/ppt/slides/slide5.xml" Id="R34d88e572ddf4c79" /><Relationship Type="http://schemas.openxmlformats.org/officeDocument/2006/relationships/slide" Target="/ppt/slides/slide6.xml" Id="R14e187ef3a554096" /><Relationship Type="http://schemas.openxmlformats.org/officeDocument/2006/relationships/slide" Target="/ppt/slides/slide7.xml" Id="R1260194de8174e28" /><Relationship Type="http://schemas.openxmlformats.org/officeDocument/2006/relationships/slide" Target="/ppt/slides/slide8.xml" Id="R0b62b47e56a048d0" /><Relationship Type="http://schemas.openxmlformats.org/officeDocument/2006/relationships/slide" Target="/ppt/slides/slide9.xml" Id="R55e507cf795343eb" /><Relationship Type="http://schemas.openxmlformats.org/officeDocument/2006/relationships/slide" Target="/ppt/slides/slide10.xml" Id="R7fbe14623c0844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0d46d4ec0b48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14efa8dc4e4e8b" /><Relationship Type="http://schemas.openxmlformats.org/officeDocument/2006/relationships/notesMaster" Target="/ppt/notesMasters/notesMaster1.xml" Id="R60605a6829874b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d73b95c7343cd" /><Relationship Type="http://schemas.openxmlformats.org/officeDocument/2006/relationships/notesMaster" Target="/ppt/notesMasters/notesMaster1.xml" Id="R2b0de88f4fe1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bc652d564b4e33" /><Relationship Type="http://schemas.openxmlformats.org/officeDocument/2006/relationships/notesMaster" Target="/ppt/notesMasters/notesMaster1.xml" Id="R9725eed9473b43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479e6d74874cea" /><Relationship Type="http://schemas.openxmlformats.org/officeDocument/2006/relationships/notesMaster" Target="/ppt/notesMasters/notesMaster1.xml" Id="R946a8886932049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1fc24863fb4be8" /><Relationship Type="http://schemas.openxmlformats.org/officeDocument/2006/relationships/notesMaster" Target="/ppt/notesMasters/notesMaster1.xml" Id="R8e0543ded01449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37f3e22bd346ee" /><Relationship Type="http://schemas.openxmlformats.org/officeDocument/2006/relationships/notesMaster" Target="/ppt/notesMasters/notesMaster1.xml" Id="R7895b0cb42c84d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e81608b7014d7a" /><Relationship Type="http://schemas.openxmlformats.org/officeDocument/2006/relationships/notesMaster" Target="/ppt/notesMasters/notesMaster1.xml" Id="R714742281e3747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45481e4b3c4ec4" /><Relationship Type="http://schemas.openxmlformats.org/officeDocument/2006/relationships/notesMaster" Target="/ppt/notesMasters/notesMaster1.xml" Id="Radb412d7bd0340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16e18426fe4a5c" /><Relationship Type="http://schemas.openxmlformats.org/officeDocument/2006/relationships/notesMaster" Target="/ppt/notesMasters/notesMaster1.xml" Id="Rc0cacf4e86f84c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20e40e4919464b" /><Relationship Type="http://schemas.openxmlformats.org/officeDocument/2006/relationships/notesMaster" Target="/ppt/notesMasters/notesMaster1.xml" Id="Rc4af133a64f94a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660d0e17646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629ab8caf45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cdff7630148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da68143be44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0077b308948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1a388ea8344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2712096-8329-4603-870A-A34680C8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F10651-B40E-4E6C-9212-7BE7B635C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E09AFA2-EC59-48E8-9663-155A71C490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35E9BDF-4FA9-458C-94D4-BF97877B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D962D1-A271-499E-8CC7-644F1992F0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4432554-E920-4461-8368-4EE0B757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0682A5-78FA-4859-BB67-854A9ECBE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D8733B6-C5B0-436C-BD33-E56A2A11E1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DEB201D-A146-48DD-9E60-396DFBD6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43828A-A190-45EA-8BE4-FBDE37540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9A7D29-0354-4306-BCF2-6B908B7AB1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7604C9-6650-45B7-90A3-61AB388D96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5946C06-782D-471A-B0A1-AF12867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50B1CF-02A1-451F-BFB2-98FE5F1DC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3159D2-4985-4344-81C7-05499BAFD5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1ede08e444448" /><Relationship Type="http://schemas.openxmlformats.org/officeDocument/2006/relationships/slideLayout" Target="/ppt/slideLayouts/slideLayout1.xml" Id="R1fa5244025ee4010" /><Relationship Type="http://schemas.openxmlformats.org/officeDocument/2006/relationships/slideLayout" Target="/ppt/slideLayouts/slideLayout2.xml" Id="R47e8ac58e9bf451d" /><Relationship Type="http://schemas.openxmlformats.org/officeDocument/2006/relationships/slideLayout" Target="/ppt/slideLayouts/slideLayout3.xml" Id="Ra07e0dd6617f4508" /><Relationship Type="http://schemas.openxmlformats.org/officeDocument/2006/relationships/slideLayout" Target="/ppt/slideLayouts/slideLayout4.xml" Id="R18941f72709043cd" /><Relationship Type="http://schemas.openxmlformats.org/officeDocument/2006/relationships/slideLayout" Target="/ppt/slideLayouts/slideLayout5.xml" Id="R847ad82806364273" /><Relationship Type="http://schemas.openxmlformats.org/officeDocument/2006/relationships/slideLayout" Target="/ppt/slideLayouts/slideLayout6.xml" Id="Rae496ec1b69b49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5244025ee4010"/>
    <p:sldLayoutId xmlns:r="http://schemas.openxmlformats.org/officeDocument/2006/relationships" id="2147483650" r:id="R47e8ac58e9bf451d"/>
    <p:sldLayoutId xmlns:r="http://schemas.openxmlformats.org/officeDocument/2006/relationships" id="2147483651" r:id="Ra07e0dd6617f4508"/>
    <p:sldLayoutId xmlns:r="http://schemas.openxmlformats.org/officeDocument/2006/relationships" id="2147483652" r:id="R18941f72709043cd"/>
    <p:sldLayoutId xmlns:r="http://schemas.openxmlformats.org/officeDocument/2006/relationships" id="2147483653" r:id="R847ad82806364273"/>
    <p:sldLayoutId xmlns:r="http://schemas.openxmlformats.org/officeDocument/2006/relationships" id="2147483654" r:id="Rae496ec1b69b49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fcced91454626" /><Relationship Type="http://schemas.openxmlformats.org/officeDocument/2006/relationships/image" Target="/ppt/media/image.png" Id="Rb2bb13c63dbc467f" /><Relationship Type="http://schemas.openxmlformats.org/officeDocument/2006/relationships/notesSlide" Target="/ppt/notesSlides/notesSlide1.xml" Id="R71089b2daf9e4c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ecd1141dc43dc" /><Relationship Type="http://schemas.openxmlformats.org/officeDocument/2006/relationships/notesSlide" Target="/ppt/notesSlides/notesSlide2.xml" Id="R4dc32949ab734a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1055c25f74a76" /><Relationship Type="http://schemas.openxmlformats.org/officeDocument/2006/relationships/notesSlide" Target="/ppt/notesSlides/notesSlide3.xml" Id="Rc6dbd75283f940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d6880606f4b6b" /><Relationship Type="http://schemas.openxmlformats.org/officeDocument/2006/relationships/notesSlide" Target="/ppt/notesSlides/notesSlide4.xml" Id="Rb8b95fc5902749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adfe22f8f420d" /><Relationship Type="http://schemas.openxmlformats.org/officeDocument/2006/relationships/notesSlide" Target="/ppt/notesSlides/notesSlide5.xml" Id="R3e7b8c6e394347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f318bf13242f3" /><Relationship Type="http://schemas.openxmlformats.org/officeDocument/2006/relationships/notesSlide" Target="/ppt/notesSlides/notesSlide6.xml" Id="Raaca719870404b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8765b78df40ff" /><Relationship Type="http://schemas.openxmlformats.org/officeDocument/2006/relationships/notesSlide" Target="/ppt/notesSlides/notesSlide7.xml" Id="Re4cd4ac1bfbe48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92ba159104850" /><Relationship Type="http://schemas.openxmlformats.org/officeDocument/2006/relationships/notesSlide" Target="/ppt/notesSlides/notesSlide8.xml" Id="R44ad292fe0d241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f81017e2f44a0" /><Relationship Type="http://schemas.openxmlformats.org/officeDocument/2006/relationships/notesSlide" Target="/ppt/notesSlides/notesSlide9.xml" Id="Rbf8d1887272046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156d41feb41e6" /><Relationship Type="http://schemas.openxmlformats.org/officeDocument/2006/relationships/notesSlide" Target="/ppt/notesSlides/notesSlide10.xml" Id="R36ccab4e99cb4b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b13c63dbc467f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F3E66-C063-46E7-8EDA-159AB11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EDDB8-5F8B-468B-BE07-2FF78A4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Grafos y recorridos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FAAB4-D135-46C9-9B85-4B9A5E61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709BC-AD6D-4034-86BA-3FF33F2A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3.3.2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9AFCB-7D35-4C3E-8834-39CE676D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353865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45FFC-558C-41DB-AC08-998AC583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1ACEE-584E-42DF-9012-78D567B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1391F-A103-4E19-957D-853FC22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FC0F5-39CD-4E2B-8B7C-77C4ADCE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A7852-4409-4DB6-A90D-5A0B4E88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Vértices y aristas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Representación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BFS y distancia mínima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DFS y componentes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5. Costo y contratos</a:t>
            </a:r>
          </a:p>
        </p:txBody>
      </p:sp>
    </p:spTree>
    <p:extLst>
      <p:ext uri="{BB962C8B-B14F-4D97-AF65-F5344CB8AC3E}">
        <p14:creationId xmlns:p14="http://schemas.microsoft.com/office/powerpoint/2010/main" val="1574875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A072F-69E4-44F5-BAC1-0DB4171E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DF225-8E9C-4959-A985-EBE2229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Representación del grafo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854AB-76D5-4361-A19D-3993A063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F915B-7F2D-4C34-B376-CB1E2E9C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68D36-FE7F-4454-BC58-27B744C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28896-2170-486F-880C-4F7C4585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Vértices representan entidades y aristas representan relaciones.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018BC-FC16-4250-8C1E-6CADDF0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778A6-69AA-4084-AABE-5109F7E0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Lista de adyacencia: Θ(V+E) espacio. Matriz: Θ(V²).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3D799-2AAC-448D-ADC2-A2BD928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77361-0205-4B0B-BC06-AFA37DB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vértice aislado sigue formando parte del grafo.</a:t>
            </a:r>
          </a:p>
        </p:txBody>
      </p:sp>
    </p:spTree>
    <p:extLst>
      <p:ext uri="{BB962C8B-B14F-4D97-AF65-F5344CB8AC3E}">
        <p14:creationId xmlns:p14="http://schemas.microsoft.com/office/powerpoint/2010/main" val="1129433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C41D4-0691-448C-A786-B729D045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6176C-C698-4820-A519-045331DC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BFS y 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5F071-4D27-46DC-AA2D-2881EFC7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5AD81-57B6-4B21-802D-E048A4C6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B2431-4A6E-4D9A-AC74-EF1C2116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05F32-3CBB-4885-AC56-4EA830CD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BFS usa cola, marca al encolar y descubre capas.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0A23C-906D-47D2-865F-4C96AB6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90334-7363-402F-9896-65C698E3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DFS explora una rama mediante pila o recursión.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7C3A0-7523-4372-BACF-679AF087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4188D-F68C-492B-A45C-E284504D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Ambos requieren visitados para evitar repetir ciclos.</a:t>
            </a:r>
          </a:p>
        </p:txBody>
      </p:sp>
    </p:spTree>
    <p:extLst>
      <p:ext uri="{BB962C8B-B14F-4D97-AF65-F5344CB8AC3E}">
        <p14:creationId xmlns:p14="http://schemas.microsoft.com/office/powerpoint/2010/main" val="485032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C21A0-73FF-4BBA-908C-1030E5FD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495B3-3D1B-48D3-A15F-9731D51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Distancias y componentes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CA795-5199-4AE3-ABF7-8B4E9AD0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F5AD4-6E6F-4416-AD31-6AE69CFF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773FB-4F15-456B-AD34-C9B2A53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F8232-C159-4CEF-B93C-366F342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BFS da distancia mínima en aristas en grafos sin pesos.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CB272-C9F3-4869-AB04-8A1A658C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ED86C-F0C0-4CA2-93EB-FD8DAB70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recorrido desde un origen solo cubre los vértices alcanzables.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99101-F219-44D1-81D3-1FE4729B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37C73-7BB8-4F8F-B6A3-580BEA73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listas de adyacencia, recorrer todo cuesta Θ(V+E).</a:t>
            </a:r>
          </a:p>
        </p:txBody>
      </p:sp>
    </p:spTree>
    <p:extLst>
      <p:ext uri="{BB962C8B-B14F-4D97-AF65-F5344CB8AC3E}">
        <p14:creationId xmlns:p14="http://schemas.microsoft.com/office/powerpoint/2010/main" val="16683385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0807A-3D26-4627-827A-10F03A4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47506-897D-4937-A1DB-AA1817AF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0329F-6118-4AF1-AC9F-24BBD623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03898-F3A3-472D-B9B3-1CFD08E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 desde A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Vértices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Distancia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B,C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alcanzable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154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357C0-91E2-4053-AD59-85D6040C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8F7D4-8FC5-4527-BA8B-7F240A41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90DBD-A35F-4062-B0C7-6B895C9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8E573-22CE-474F-9E1B-004155BD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291CB-0A84-4FB9-B23B-4C516B25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Map&lt;String,Integer&gt; bfs(Map&lt;String,List&lt;String&gt;&gt; graph,String start)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if (!graph.containsKey(start)) throw new IllegalArgumentException("origen");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Map&lt;String,Integer&gt; distance=new LinkedHashMap&lt;&gt;();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(String vertex:graph.keySet()) distance.put(vertex,-1);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Deque&lt;String&gt; queue=new ArrayDeque&lt;&gt;(); queue.addLast(start); distance.put(start,0);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while (!queue.isEmpty())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String u=queue.removeFirst();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for (String v:graph.get(u)) if (distance.get(v)==-1)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    distance.put(v,distance.get(u)+1); queue.addLast(v);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distance;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5B75C-054A-4C5D-9EA4-4DBCB6F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747026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7C4F8-F86D-42F3-976E-D04B6AC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8A22F-311A-4984-82D6-8671310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FF361-05D6-4113-851D-E56E5595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B81E7-DA7E-4946-85DF-3138DDEC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AD3D1-62B4-4A39-9A4A-9F89800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reconstrucción de un camino mínimo sin pesos mediante un mapa de predecesores de BFS. Añade detección de componentes conexas. Documenta cómo resuelves empates entre caminos del mismo largo.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900EC-8681-4B74-A5AD-BEFE59E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evidencias/PC3.3.2.md.</a:t>
            </a:r>
          </a:p>
        </p:txBody>
      </p:sp>
    </p:spTree>
    <p:extLst>
      <p:ext uri="{BB962C8B-B14F-4D97-AF65-F5344CB8AC3E}">
        <p14:creationId xmlns:p14="http://schemas.microsoft.com/office/powerpoint/2010/main" val="7306980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9AE0C-1BFB-4A80-9115-A86FD65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3764F-3009-4CF7-90B8-CBF9D627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BA167-6A5F-4E10-9900-C5B5ECE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8A9FF-2828-4E68-88A0-0DEECD8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A-B, A-C, B-D, C-D; A a D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camino de longitud 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aislado; A a 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camino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a 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[A], longitud 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513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2ABDE-5DBD-4C0B-B026-D0383B7D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7D7D8-90AF-43FB-BAA7-BF67C93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63E85-C2A9-43C2-8C2D-0918C39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4B2E2-B3FD-4507-8CB3-A2A28AF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800BC-AC67-4157-A835-9CEDDCA5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grafo modela entidades y relaciones. Puede ser dirigido o no dirigido, ponderado o no ponderado.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listas de adyacencia, BFS y DFS completos cuestan Θ(V+E), y sus estructuras de control Θ(V). Con matriz, revisar todos los posibles vecinos cuesta Θ(V²).</a:t>
            </a:r>
          </a:p>
        </p:txBody>
      </p:sp>
    </p:spTree>
    <p:extLst>
      <p:ext uri="{BB962C8B-B14F-4D97-AF65-F5344CB8AC3E}">
        <p14:creationId xmlns:p14="http://schemas.microsoft.com/office/powerpoint/2010/main" val="735381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2026-10-02T01:44:34.4360000Z</dcterms:created>
  <dcterms:modified xsi:type="dcterms:W3CDTF">2026-10-02T01:44:34.4370000Z</dcterms:modified>
</coreProperties>
</file>