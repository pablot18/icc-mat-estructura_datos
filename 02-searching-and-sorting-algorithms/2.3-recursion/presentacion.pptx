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8a8adf2c1b4aea" /><Relationship Type="http://schemas.openxmlformats.org/officeDocument/2006/relationships/extended-properties" Target="/docProps/app.xml" Id="Re6648ebb4c844f7c" /><Relationship Type="http://schemas.openxmlformats.org/officeDocument/2006/relationships/officeDocument" Target="/ppt/presentation.xml" Id="R545a69072ae340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327bc4167d4957"/>
  </p:sldMasterIdLst>
  <p:notesMasterIdLst>
    <p:notesMasterId xmlns:r="http://schemas.openxmlformats.org/officeDocument/2006/relationships" r:id="Rcde16efd567b47bb"/>
  </p:notesMasterIdLst>
  <p:sldIdLst>
    <p:sldId xmlns:r="http://schemas.openxmlformats.org/officeDocument/2006/relationships" id="256" r:id="R24222b8f3d474dbd"/>
    <p:sldId xmlns:r="http://schemas.openxmlformats.org/officeDocument/2006/relationships" id="257" r:id="R3c85f584b5be45ea"/>
    <p:sldId xmlns:r="http://schemas.openxmlformats.org/officeDocument/2006/relationships" id="258" r:id="R45322b80a15c47a8"/>
    <p:sldId xmlns:r="http://schemas.openxmlformats.org/officeDocument/2006/relationships" id="259" r:id="R81c96c2e864542e7"/>
    <p:sldId xmlns:r="http://schemas.openxmlformats.org/officeDocument/2006/relationships" id="260" r:id="Rdf0989c4113a4ba0"/>
    <p:sldId xmlns:r="http://schemas.openxmlformats.org/officeDocument/2006/relationships" id="261" r:id="Rc73af164cd744e7b"/>
    <p:sldId xmlns:r="http://schemas.openxmlformats.org/officeDocument/2006/relationships" id="262" r:id="R1cd92dfe7f9842db"/>
    <p:sldId xmlns:r="http://schemas.openxmlformats.org/officeDocument/2006/relationships" id="263" r:id="R03b6fefec0084a19"/>
    <p:sldId xmlns:r="http://schemas.openxmlformats.org/officeDocument/2006/relationships" id="264" r:id="R7796606f9957402d"/>
    <p:sldId xmlns:r="http://schemas.openxmlformats.org/officeDocument/2006/relationships" id="265" r:id="R9a15b285869745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dcb2b2825f4335" /><Relationship Type="http://schemas.openxmlformats.org/officeDocument/2006/relationships/slideMaster" Target="/ppt/slideMasters/slideMaster1.xml" Id="R2e327bc4167d4957" /><Relationship Type="http://schemas.openxmlformats.org/officeDocument/2006/relationships/notesMaster" Target="/ppt/notesMasters/notesMaster1.xml" Id="Rcde16efd567b47bb" /><Relationship Type="http://schemas.openxmlformats.org/officeDocument/2006/relationships/presProps" Target="/ppt/presProps.xml" Id="R75f46519dc744c5b" /><Relationship Type="http://schemas.openxmlformats.org/officeDocument/2006/relationships/tableStyles" Target="/ppt/tableStyles.xml" Id="Re313749507804e08" /><Relationship Type="http://schemas.openxmlformats.org/officeDocument/2006/relationships/slide" Target="/ppt/slides/slide1.xml" Id="R24222b8f3d474dbd" /><Relationship Type="http://schemas.openxmlformats.org/officeDocument/2006/relationships/slide" Target="/ppt/slides/slide2.xml" Id="R3c85f584b5be45ea" /><Relationship Type="http://schemas.openxmlformats.org/officeDocument/2006/relationships/slide" Target="/ppt/slides/slide3.xml" Id="R45322b80a15c47a8" /><Relationship Type="http://schemas.openxmlformats.org/officeDocument/2006/relationships/slide" Target="/ppt/slides/slide4.xml" Id="R81c96c2e864542e7" /><Relationship Type="http://schemas.openxmlformats.org/officeDocument/2006/relationships/slide" Target="/ppt/slides/slide5.xml" Id="Rdf0989c4113a4ba0" /><Relationship Type="http://schemas.openxmlformats.org/officeDocument/2006/relationships/slide" Target="/ppt/slides/slide6.xml" Id="Rc73af164cd744e7b" /><Relationship Type="http://schemas.openxmlformats.org/officeDocument/2006/relationships/slide" Target="/ppt/slides/slide7.xml" Id="R1cd92dfe7f9842db" /><Relationship Type="http://schemas.openxmlformats.org/officeDocument/2006/relationships/slide" Target="/ppt/slides/slide8.xml" Id="R03b6fefec0084a19" /><Relationship Type="http://schemas.openxmlformats.org/officeDocument/2006/relationships/slide" Target="/ppt/slides/slide9.xml" Id="R7796606f9957402d" /><Relationship Type="http://schemas.openxmlformats.org/officeDocument/2006/relationships/slide" Target="/ppt/slides/slide10.xml" Id="R9a15b285869745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ad8a59e1b74e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1a92d85281481f" /><Relationship Type="http://schemas.openxmlformats.org/officeDocument/2006/relationships/notesMaster" Target="/ppt/notesMasters/notesMaster1.xml" Id="Ra656f2a6e9394b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5a744ffd6d4563" /><Relationship Type="http://schemas.openxmlformats.org/officeDocument/2006/relationships/notesMaster" Target="/ppt/notesMasters/notesMaster1.xml" Id="R8e5fe0ec416e46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a7e3f16618468b" /><Relationship Type="http://schemas.openxmlformats.org/officeDocument/2006/relationships/notesMaster" Target="/ppt/notesMasters/notesMaster1.xml" Id="R1beda06de79d4a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945b78383d410f" /><Relationship Type="http://schemas.openxmlformats.org/officeDocument/2006/relationships/notesMaster" Target="/ppt/notesMasters/notesMaster1.xml" Id="R859d4e359dbd4e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5d47f1e9b64363" /><Relationship Type="http://schemas.openxmlformats.org/officeDocument/2006/relationships/notesMaster" Target="/ppt/notesMasters/notesMaster1.xml" Id="R05dcb98a694a48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4da528c7ca4e40" /><Relationship Type="http://schemas.openxmlformats.org/officeDocument/2006/relationships/notesMaster" Target="/ppt/notesMasters/notesMaster1.xml" Id="Rc3b655a561ec47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953e655a064044" /><Relationship Type="http://schemas.openxmlformats.org/officeDocument/2006/relationships/notesMaster" Target="/ppt/notesMasters/notesMaster1.xml" Id="Rf968c13641e740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562150c4cc4068" /><Relationship Type="http://schemas.openxmlformats.org/officeDocument/2006/relationships/notesMaster" Target="/ppt/notesMasters/notesMaster1.xml" Id="R60e0e683f3c54f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2f900f0f744788" /><Relationship Type="http://schemas.openxmlformats.org/officeDocument/2006/relationships/notesMaster" Target="/ppt/notesMasters/notesMaster1.xml" Id="Ref76320826af41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c6d89bf3dc41e0" /><Relationship Type="http://schemas.openxmlformats.org/officeDocument/2006/relationships/notesMaster" Target="/ppt/notesMasters/notesMaster1.xml" Id="R92f3ed3f88f343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ffdcac4b884c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ba42b2fb3947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bc37da3cf43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7100b5708a4b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b2378bde347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0167a66554d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13588B2-A7A6-497A-AC1B-4E1F307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50C751-4927-449E-AB2E-34B0D88080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BFCDCF8-CD46-4D98-81E9-AC64B1A64F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08C1C87-93CA-460E-BB6F-A8EB329B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2D6891-9FEF-48C7-B88D-2FA0A0ECE5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78460F0-C1E6-4E34-932E-EE3EDD14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AEE10D-248B-4280-9A3F-AC329813CA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FA379FB-86CD-43D2-9B68-4E356CE8B0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54C9D8D-0AD5-45DA-AD2B-030CE3B1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9E8023-08B6-43D4-AEA2-E8BBDD9DDA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298272-A1F8-48B5-8DB2-645973A75F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86240BF-63C1-42E0-AA62-169E9B249F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2C1AA7C-32A2-4DDC-8284-4DC58C59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E479D0-8CD7-4695-9428-443487C011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1442C7-4171-446E-A734-4EB515AD76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ee3cdf7e584e4b" /><Relationship Type="http://schemas.openxmlformats.org/officeDocument/2006/relationships/slideLayout" Target="/ppt/slideLayouts/slideLayout1.xml" Id="R8647ac7c568b431f" /><Relationship Type="http://schemas.openxmlformats.org/officeDocument/2006/relationships/slideLayout" Target="/ppt/slideLayouts/slideLayout2.xml" Id="Rfde02220639e48e3" /><Relationship Type="http://schemas.openxmlformats.org/officeDocument/2006/relationships/slideLayout" Target="/ppt/slideLayouts/slideLayout3.xml" Id="Rd2f8df69cb0447b9" /><Relationship Type="http://schemas.openxmlformats.org/officeDocument/2006/relationships/slideLayout" Target="/ppt/slideLayouts/slideLayout4.xml" Id="Rd25ea57ae824421e" /><Relationship Type="http://schemas.openxmlformats.org/officeDocument/2006/relationships/slideLayout" Target="/ppt/slideLayouts/slideLayout5.xml" Id="R744f272e0f7c4f0a" /><Relationship Type="http://schemas.openxmlformats.org/officeDocument/2006/relationships/slideLayout" Target="/ppt/slideLayouts/slideLayout6.xml" Id="Rcbc2c7540d8240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47ac7c568b431f"/>
    <p:sldLayoutId xmlns:r="http://schemas.openxmlformats.org/officeDocument/2006/relationships" id="2147483650" r:id="Rfde02220639e48e3"/>
    <p:sldLayoutId xmlns:r="http://schemas.openxmlformats.org/officeDocument/2006/relationships" id="2147483651" r:id="Rd2f8df69cb0447b9"/>
    <p:sldLayoutId xmlns:r="http://schemas.openxmlformats.org/officeDocument/2006/relationships" id="2147483652" r:id="Rd25ea57ae824421e"/>
    <p:sldLayoutId xmlns:r="http://schemas.openxmlformats.org/officeDocument/2006/relationships" id="2147483653" r:id="R744f272e0f7c4f0a"/>
    <p:sldLayoutId xmlns:r="http://schemas.openxmlformats.org/officeDocument/2006/relationships" id="2147483654" r:id="Rcbc2c7540d8240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f998e325fc4556" /><Relationship Type="http://schemas.openxmlformats.org/officeDocument/2006/relationships/image" Target="/ppt/media/image.png" Id="Radba47a6267f41e6" /><Relationship Type="http://schemas.openxmlformats.org/officeDocument/2006/relationships/notesSlide" Target="/ppt/notesSlides/notesSlide1.xml" Id="Rb3b5994c28b741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f887aa80649ba" /><Relationship Type="http://schemas.openxmlformats.org/officeDocument/2006/relationships/notesSlide" Target="/ppt/notesSlides/notesSlide2.xml" Id="R1c54195bb6c84d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1c59b18a7e4ad8" /><Relationship Type="http://schemas.openxmlformats.org/officeDocument/2006/relationships/notesSlide" Target="/ppt/notesSlides/notesSlide3.xml" Id="Rd8c5d71998e545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8395153e5c4cf3" /><Relationship Type="http://schemas.openxmlformats.org/officeDocument/2006/relationships/notesSlide" Target="/ppt/notesSlides/notesSlide4.xml" Id="R8fe22013618244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a98b98f1fa4c13" /><Relationship Type="http://schemas.openxmlformats.org/officeDocument/2006/relationships/notesSlide" Target="/ppt/notesSlides/notesSlide5.xml" Id="R383f870441054d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606f66094b4586" /><Relationship Type="http://schemas.openxmlformats.org/officeDocument/2006/relationships/notesSlide" Target="/ppt/notesSlides/notesSlide6.xml" Id="R4c0567b9744240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dbf6184464821" /><Relationship Type="http://schemas.openxmlformats.org/officeDocument/2006/relationships/notesSlide" Target="/ppt/notesSlides/notesSlide7.xml" Id="R9d46ae73ff6b44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6034bde2084c8f" /><Relationship Type="http://schemas.openxmlformats.org/officeDocument/2006/relationships/notesSlide" Target="/ppt/notesSlides/notesSlide8.xml" Id="R845a5fbd4d4b40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192661093400d" /><Relationship Type="http://schemas.openxmlformats.org/officeDocument/2006/relationships/notesSlide" Target="/ppt/notesSlides/notesSlide9.xml" Id="R0c6d20c3847b4b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4d4a081474f98" /><Relationship Type="http://schemas.openxmlformats.org/officeDocument/2006/relationships/notesSlide" Target="/ppt/notesSlides/notesSlide10.xml" Id="R889bc7f25c9a41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a47a6267f41e6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A0172-777F-4225-8C24-0CDA9302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A9B68-913F-4A6D-B98C-818DD6D2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Recursividad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86D6B-B303-416C-B291-6267ED83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17E82-4475-437C-9734-20BF17FD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2 · 2.3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110E4-CF51-4E11-95A0-A3215B08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888257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5EB75-6F8A-4046-A2BD-26C0218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25102-DD86-41B0-9AB5-30485640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0CA5C-8DDA-4590-B1C2-37C2487D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7DBE9-2D9D-4B07-A580-31E72E64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34A2F-05C9-4128-9854-668F246A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Definición y contrato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Caso base y terminación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Pila de llamadas y retorno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Comparación con iteración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5. Recursión ramificada</a:t>
            </a:r>
          </a:p>
        </p:txBody>
      </p:sp>
    </p:spTree>
    <p:extLst>
      <p:ext uri="{BB962C8B-B14F-4D97-AF65-F5344CB8AC3E}">
        <p14:creationId xmlns:p14="http://schemas.microsoft.com/office/powerpoint/2010/main" val="10395004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F429A-B267-4B2A-9A3D-C98D04B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78A58-585E-4E80-B437-884F71A7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 base y progreso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C8324-4E56-4E42-A021-D97A30FA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F1F1C-6855-4B56-A2CE-E629DC15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69980-8609-4ED7-8EA1-3DE24EB3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DEE91-86FF-457E-ACD2-BAC3D8BE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factorial(0)=1. factorial(n)=n·factorial(n−1) para n&gt;0.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1E188-E0A6-48B3-A111-A3BA8331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4268F-ED97-43D3-A1C9-C4A80C24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medida n disminuye dentro de los enteros no negativos.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E242E-89E8-48E4-913D-79A49306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F3DB2-19F6-4E6A-96BB-D99926BE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Validar negativos evita una secuencia que nunca alcanza cero.</a:t>
            </a:r>
          </a:p>
        </p:txBody>
      </p:sp>
    </p:spTree>
    <p:extLst>
      <p:ext uri="{BB962C8B-B14F-4D97-AF65-F5344CB8AC3E}">
        <p14:creationId xmlns:p14="http://schemas.microsoft.com/office/powerpoint/2010/main" val="13584342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9345B-6108-4E57-AF0B-774373D6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B7BF9-BA23-40B0-AC91-9972C565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Llamadas y retornos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9BEEE-A980-4CD0-8E6F-89BB9780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FAFAB-9E82-4157-8895-1910FF05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E3A10-7566-4312-BF13-B809F85A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9BA66-C239-489A-863A-EE1922AE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Para factorial(3), se desciende por 3,2,1,0.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29BD1-B792-4DE5-B13A-62621CE1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4A216-4B79-4F6F-A5D1-C531B617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retornos se combinan en orden 1,1,2,6.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B0248-84C5-4A18-9D8F-BF874DD0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E0C3F-23C1-4A7D-B27F-7E10FAB0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Cada activación conserva su trabajo pendiente. Profundidad y espacio: Θ(n).</a:t>
            </a:r>
          </a:p>
        </p:txBody>
      </p:sp>
    </p:spTree>
    <p:extLst>
      <p:ext uri="{BB962C8B-B14F-4D97-AF65-F5344CB8AC3E}">
        <p14:creationId xmlns:p14="http://schemas.microsoft.com/office/powerpoint/2010/main" val="1487355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28E71-E336-4EC5-8ADA-BCAEFB97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3B2B4-7897-492C-A862-65A9022E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Recursión e iteración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93073-A043-43F7-950E-E2518830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6DC30-3854-4486-AEAF-2EE3780C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D1FD7-6119-412C-A40B-35FFBD15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9D956-693C-4DAE-B4DB-D21F0A11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Ambas versiones de factorial realizan Θ(n) trabajo.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F0E4F-82A2-44B3-BBE6-A3AE6A62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953CF-9911-44DD-98E5-982D7B34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iterativa usa espacio constante; la recursiva mantiene la pila.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CAD8D-AD01-4A86-91EA-AE4B3F3A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426BE-DDAD-47BC-B59C-81358FE9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Fibonacci ingenuo repite estados. Merge Sort divide la entrada: dos llamadas no implican siempre tiempo exponencial.</a:t>
            </a:r>
          </a:p>
        </p:txBody>
      </p:sp>
    </p:spTree>
    <p:extLst>
      <p:ext uri="{BB962C8B-B14F-4D97-AF65-F5344CB8AC3E}">
        <p14:creationId xmlns:p14="http://schemas.microsoft.com/office/powerpoint/2010/main" val="1893932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5751D-97B8-466C-8B86-B90825EA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1D2CE-1B22-4B85-BEF0-F330EF51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CF68C-2BB6-4AFB-BD61-7E5DBC02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96EAF-AFE7-49B1-9364-C8FF628D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Llamada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Trabajo pendiente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Retorno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f(3)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3·f(2)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f(2)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2·f(1)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f(1)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1·f(0)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f(0)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 base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0312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BF456-AF37-4BC3-BA50-4C13D66E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B7F80-4720-477B-BB2E-767CC736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5640C-F710-40AF-AEBA-72115684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3DBA1-9266-4C76-83D8-AD78DB7F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3565C-1F2A-4E2D-9250-B4E97708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static long factorial(int n)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if (n&lt;0 || n&gt;20) throw new IllegalArgumentException("n debe estar entre 0 y 20");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return recursive(n);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5C3CC-447A-42DB-9494-F3EF6FA1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3392411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D9C7B-5F53-4069-98B6-F4E67B77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9BC2A-15E8-44E3-A5B2-6C4B45EB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BBEDE-FBCA-447A-8751-2FDF3A35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3E513-4D1C-48B5-8608-E962158D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E20AC-29BA-4141-A05B-B2747A1D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suma de dígitos para un entero no negativo mediante recursividad, su versión iterativa y una traza de llamadas y retornos. Define el contrato para cero y rechaza negativos. Justifica costo respecto del número de dígitos.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857E7-4C87-49D3-A7F6-34B0B9A4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evidencias/PC2.3.md.</a:t>
            </a:r>
          </a:p>
        </p:txBody>
      </p:sp>
    </p:spTree>
    <p:extLst>
      <p:ext uri="{BB962C8B-B14F-4D97-AF65-F5344CB8AC3E}">
        <p14:creationId xmlns:p14="http://schemas.microsoft.com/office/powerpoint/2010/main" val="8204595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6A0E3-91C5-4162-88CA-D1D43BD8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302C8-F8A8-456E-A289-5D61D5CC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5823D-2071-4597-BF2E-A8248703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02B07-F192-4F0B-AF4B-5ADD66D7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1234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9001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error controlado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8895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F164A-867D-4B09-851D-3993F882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7372D-0F62-45A4-88C1-AAEDFD6F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30889-A721-4923-9DF9-44DF28B3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D6E92-B09B-4BA1-83EF-C6B10E8C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87CF5-B24A-4B1E-9AE6-03CB4432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función recursiva expresa un resultado usando llamadas a sí misma sobre problemas menores. Su contrato debe indicar un dominio donde la disminución llegue a un caso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Fibonacci ingenuo calcula dos ramas y repite estados. Su tiempo es Θ(φⁿ), con O(2ⁿ) como cota superior simple, y su profundidad es Θ(n).</a:t>
            </a:r>
          </a:p>
        </p:txBody>
      </p:sp>
    </p:spTree>
    <p:extLst>
      <p:ext uri="{BB962C8B-B14F-4D97-AF65-F5344CB8AC3E}">
        <p14:creationId xmlns:p14="http://schemas.microsoft.com/office/powerpoint/2010/main" val="1490955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2026-10-02T01:43:56.5420000Z</dcterms:created>
  <dcterms:modified xsi:type="dcterms:W3CDTF">2026-10-02T01:43:56.5420000Z</dcterms:modified>
</coreProperties>
</file>