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0ea227d82149b7" /><Relationship Type="http://schemas.openxmlformats.org/officeDocument/2006/relationships/extended-properties" Target="/docProps/app.xml" Id="R618285f7e2a54701" /><Relationship Type="http://schemas.openxmlformats.org/officeDocument/2006/relationships/officeDocument" Target="/ppt/presentation.xml" Id="Rbca890d530fd40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6e8ab0e02647e4"/>
  </p:sldMasterIdLst>
  <p:notesMasterIdLst>
    <p:notesMasterId xmlns:r="http://schemas.openxmlformats.org/officeDocument/2006/relationships" r:id="R22334e2c6ba44bba"/>
  </p:notesMasterIdLst>
  <p:sldIdLst>
    <p:sldId xmlns:r="http://schemas.openxmlformats.org/officeDocument/2006/relationships" id="256" r:id="R564955cacabf43b1"/>
    <p:sldId xmlns:r="http://schemas.openxmlformats.org/officeDocument/2006/relationships" id="257" r:id="R2868893b9f0d42fb"/>
    <p:sldId xmlns:r="http://schemas.openxmlformats.org/officeDocument/2006/relationships" id="258" r:id="R1dd16afe896e4e2b"/>
    <p:sldId xmlns:r="http://schemas.openxmlformats.org/officeDocument/2006/relationships" id="259" r:id="Rd678a33675094ce4"/>
    <p:sldId xmlns:r="http://schemas.openxmlformats.org/officeDocument/2006/relationships" id="260" r:id="R000979305b9d42f3"/>
    <p:sldId xmlns:r="http://schemas.openxmlformats.org/officeDocument/2006/relationships" id="261" r:id="R1502b0386d624a04"/>
    <p:sldId xmlns:r="http://schemas.openxmlformats.org/officeDocument/2006/relationships" id="262" r:id="Rf4688fc92ad74b4b"/>
    <p:sldId xmlns:r="http://schemas.openxmlformats.org/officeDocument/2006/relationships" id="263" r:id="Rfde2925deab040ce"/>
    <p:sldId xmlns:r="http://schemas.openxmlformats.org/officeDocument/2006/relationships" id="264" r:id="Rb4396a13e8254f7d"/>
    <p:sldId xmlns:r="http://schemas.openxmlformats.org/officeDocument/2006/relationships" id="265" r:id="Ra9da55327bcc4f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f425d81af84897" /><Relationship Type="http://schemas.openxmlformats.org/officeDocument/2006/relationships/slideMaster" Target="/ppt/slideMasters/slideMaster1.xml" Id="R996e8ab0e02647e4" /><Relationship Type="http://schemas.openxmlformats.org/officeDocument/2006/relationships/notesMaster" Target="/ppt/notesMasters/notesMaster1.xml" Id="R22334e2c6ba44bba" /><Relationship Type="http://schemas.openxmlformats.org/officeDocument/2006/relationships/presProps" Target="/ppt/presProps.xml" Id="R5ac54b6d9e0a4588" /><Relationship Type="http://schemas.openxmlformats.org/officeDocument/2006/relationships/tableStyles" Target="/ppt/tableStyles.xml" Id="R82b30706939544c2" /><Relationship Type="http://schemas.openxmlformats.org/officeDocument/2006/relationships/slide" Target="/ppt/slides/slide1.xml" Id="R564955cacabf43b1" /><Relationship Type="http://schemas.openxmlformats.org/officeDocument/2006/relationships/slide" Target="/ppt/slides/slide2.xml" Id="R2868893b9f0d42fb" /><Relationship Type="http://schemas.openxmlformats.org/officeDocument/2006/relationships/slide" Target="/ppt/slides/slide3.xml" Id="R1dd16afe896e4e2b" /><Relationship Type="http://schemas.openxmlformats.org/officeDocument/2006/relationships/slide" Target="/ppt/slides/slide4.xml" Id="Rd678a33675094ce4" /><Relationship Type="http://schemas.openxmlformats.org/officeDocument/2006/relationships/slide" Target="/ppt/slides/slide5.xml" Id="R000979305b9d42f3" /><Relationship Type="http://schemas.openxmlformats.org/officeDocument/2006/relationships/slide" Target="/ppt/slides/slide6.xml" Id="R1502b0386d624a04" /><Relationship Type="http://schemas.openxmlformats.org/officeDocument/2006/relationships/slide" Target="/ppt/slides/slide7.xml" Id="Rf4688fc92ad74b4b" /><Relationship Type="http://schemas.openxmlformats.org/officeDocument/2006/relationships/slide" Target="/ppt/slides/slide8.xml" Id="Rfde2925deab040ce" /><Relationship Type="http://schemas.openxmlformats.org/officeDocument/2006/relationships/slide" Target="/ppt/slides/slide9.xml" Id="Rb4396a13e8254f7d" /><Relationship Type="http://schemas.openxmlformats.org/officeDocument/2006/relationships/slide" Target="/ppt/slides/slide10.xml" Id="Ra9da55327bcc4f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a98e6d45f74a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46855eef8147c1" /><Relationship Type="http://schemas.openxmlformats.org/officeDocument/2006/relationships/notesMaster" Target="/ppt/notesMasters/notesMaster1.xml" Id="R84ad03d7113b47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20f6e16c3e4539" /><Relationship Type="http://schemas.openxmlformats.org/officeDocument/2006/relationships/notesMaster" Target="/ppt/notesMasters/notesMaster1.xml" Id="Rb659a95425db4e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a822a0899d467c" /><Relationship Type="http://schemas.openxmlformats.org/officeDocument/2006/relationships/notesMaster" Target="/ppt/notesMasters/notesMaster1.xml" Id="R1f54ce1157e845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ea7d09f76c421c" /><Relationship Type="http://schemas.openxmlformats.org/officeDocument/2006/relationships/notesMaster" Target="/ppt/notesMasters/notesMaster1.xml" Id="Re5eb656d131448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45f10f77194f43" /><Relationship Type="http://schemas.openxmlformats.org/officeDocument/2006/relationships/notesMaster" Target="/ppt/notesMasters/notesMaster1.xml" Id="R58d6e3e6d31645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d951db5a7d436b" /><Relationship Type="http://schemas.openxmlformats.org/officeDocument/2006/relationships/notesMaster" Target="/ppt/notesMasters/notesMaster1.xml" Id="R53df1fdb49e744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c1fa07f09440d0" /><Relationship Type="http://schemas.openxmlformats.org/officeDocument/2006/relationships/notesMaster" Target="/ppt/notesMasters/notesMaster1.xml" Id="Rff5de5c571fd48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6e2c3a54c84d6b" /><Relationship Type="http://schemas.openxmlformats.org/officeDocument/2006/relationships/notesMaster" Target="/ppt/notesMasters/notesMaster1.xml" Id="Re850d454e6e343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a785d48c2c4e29" /><Relationship Type="http://schemas.openxmlformats.org/officeDocument/2006/relationships/notesMaster" Target="/ppt/notesMasters/notesMaster1.xml" Id="Re5cb584a3be846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a4f4c6b5124b65" /><Relationship Type="http://schemas.openxmlformats.org/officeDocument/2006/relationships/notesMaster" Target="/ppt/notesMasters/notesMaster1.xml" Id="R5e20088dfd904d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8d2cf658344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dc1548ac13453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317d74e79542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fda0404d0647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b2f0b2986a4b4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09ceca0f3a43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BD39B9A-1006-4411-80B1-6FE2DCBD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3EF890-6606-445B-951E-4676EDC8BE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66DFC59-5028-4D46-8637-AB8C2D087B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7A8AE17-C079-4133-885E-09FB4E64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BB9BE16-00C3-4F6E-9A79-5FEACF4C51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57D3E95-21FE-48DE-BFE1-734771D9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DF17F4A-CA17-4D0D-BF9C-949B0EAFE1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FDBEBAB-58F6-4144-88D2-80B31046DD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1B75756-0C5F-4186-85DF-27F9BD45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A8B2470-1CEB-4020-A864-8851ABC4AA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727BBA-3478-4230-9AC0-85C3336BB3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E2C7107-FEAC-4318-8E6E-7E1EA31D6F5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5838563-0960-4731-BAFE-E9415260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5BE2175-6A65-487E-A4F5-C9E35112EC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561502-BED8-4451-B1D7-BEC61435B5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40405f0b2f4cae" /><Relationship Type="http://schemas.openxmlformats.org/officeDocument/2006/relationships/slideLayout" Target="/ppt/slideLayouts/slideLayout1.xml" Id="Reae3e40c225a4686" /><Relationship Type="http://schemas.openxmlformats.org/officeDocument/2006/relationships/slideLayout" Target="/ppt/slideLayouts/slideLayout2.xml" Id="R2cd1db03b13f4857" /><Relationship Type="http://schemas.openxmlformats.org/officeDocument/2006/relationships/slideLayout" Target="/ppt/slideLayouts/slideLayout3.xml" Id="R3fecc16db97a4162" /><Relationship Type="http://schemas.openxmlformats.org/officeDocument/2006/relationships/slideLayout" Target="/ppt/slideLayouts/slideLayout4.xml" Id="Rf7445d6ea1474c26" /><Relationship Type="http://schemas.openxmlformats.org/officeDocument/2006/relationships/slideLayout" Target="/ppt/slideLayouts/slideLayout5.xml" Id="Rfa30d3813f7d4061" /><Relationship Type="http://schemas.openxmlformats.org/officeDocument/2006/relationships/slideLayout" Target="/ppt/slideLayouts/slideLayout6.xml" Id="R31edf209fad746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e3e40c225a4686"/>
    <p:sldLayoutId xmlns:r="http://schemas.openxmlformats.org/officeDocument/2006/relationships" id="2147483650" r:id="R2cd1db03b13f4857"/>
    <p:sldLayoutId xmlns:r="http://schemas.openxmlformats.org/officeDocument/2006/relationships" id="2147483651" r:id="R3fecc16db97a4162"/>
    <p:sldLayoutId xmlns:r="http://schemas.openxmlformats.org/officeDocument/2006/relationships" id="2147483652" r:id="Rf7445d6ea1474c26"/>
    <p:sldLayoutId xmlns:r="http://schemas.openxmlformats.org/officeDocument/2006/relationships" id="2147483653" r:id="Rfa30d3813f7d4061"/>
    <p:sldLayoutId xmlns:r="http://schemas.openxmlformats.org/officeDocument/2006/relationships" id="2147483654" r:id="R31edf209fad746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fe94f85eea4c9a" /><Relationship Type="http://schemas.openxmlformats.org/officeDocument/2006/relationships/image" Target="/ppt/media/image.png" Id="R63df00d41df64f04" /><Relationship Type="http://schemas.openxmlformats.org/officeDocument/2006/relationships/notesSlide" Target="/ppt/notesSlides/notesSlide1.xml" Id="R09d097d7beb94a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7f51d4a4564a56" /><Relationship Type="http://schemas.openxmlformats.org/officeDocument/2006/relationships/notesSlide" Target="/ppt/notesSlides/notesSlide2.xml" Id="R6b3097f060f84a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d90229aa1a4d1f" /><Relationship Type="http://schemas.openxmlformats.org/officeDocument/2006/relationships/notesSlide" Target="/ppt/notesSlides/notesSlide3.xml" Id="Rdb0af41e788f43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32b82f75fb4b95" /><Relationship Type="http://schemas.openxmlformats.org/officeDocument/2006/relationships/notesSlide" Target="/ppt/notesSlides/notesSlide4.xml" Id="Rfece6a099da444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33164b2daa4c0f" /><Relationship Type="http://schemas.openxmlformats.org/officeDocument/2006/relationships/notesSlide" Target="/ppt/notesSlides/notesSlide5.xml" Id="Rdb9feca1b9ba44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2cedcd0b7d4ae9" /><Relationship Type="http://schemas.openxmlformats.org/officeDocument/2006/relationships/notesSlide" Target="/ppt/notesSlides/notesSlide6.xml" Id="R3b33def497c344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06d19565644934" /><Relationship Type="http://schemas.openxmlformats.org/officeDocument/2006/relationships/notesSlide" Target="/ppt/notesSlides/notesSlide7.xml" Id="R3da15175755143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0d70f2e7c54406" /><Relationship Type="http://schemas.openxmlformats.org/officeDocument/2006/relationships/notesSlide" Target="/ppt/notesSlides/notesSlide8.xml" Id="R96a1afb4233942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9a896cf1594231" /><Relationship Type="http://schemas.openxmlformats.org/officeDocument/2006/relationships/notesSlide" Target="/ppt/notesSlides/notesSlide9.xml" Id="R907ec15d215145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7a438d9a074dd2" /><Relationship Type="http://schemas.openxmlformats.org/officeDocument/2006/relationships/notesSlide" Target="/ppt/notesSlides/notesSlide10.xml" Id="R5c352a100f824e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f00d41df64f04"/>
          <a:stretch xmlns:a="http://schemas.openxmlformats.org/drawingml/2006/main"/>
        </p:blipFill>
        <p:spPr>
          <a:xfrm xmlns:a="http://schemas.openxmlformats.org/drawingml/2006/main">
            <a:off x="609600" y="534507"/>
            <a:ext cx="7048500" cy="11598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ED1D9-5ABA-4087-892D-C8673CC5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Estructura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A9666-1910-4771-9DBE-250DAE1B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Ordenamiento trazable y comparación situacional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06DD8-DCFE-4423-A5BD-87725AAB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F14E9-7785-4CB8-B4D6-DA62ECDE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Unidad 2 · PL2.1 ·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A7624-FBCB-48F4-A211-02D6BD35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20624750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EFDDD-18CA-4B5C-8A5E-B9E34133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AD380-3778-4BFC-BDD2-35E02435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Problema y alcance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C1232-65D9-4CEB-9AB1-1BDC5E0A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BF30E-C53F-4391-8948-C92DD5FF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160E8-15F4-4951-BF0B-7E2D9819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0668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Adaptación de las guías de ordenamiento y comparativa suministradas. Primero se implementan Inserción y Shell con trazas; después se contrastan Inserción y Quick Sort sobre registros Persona con el mismo criterio.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BA0F4-D79F-44AA-AABF-54197BFC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8 horas estimadas de desarrollo. Entrega individual en Java.</a:t>
            </a:r>
          </a:p>
        </p:txBody>
      </p:sp>
    </p:spTree>
    <p:extLst>
      <p:ext uri="{BB962C8B-B14F-4D97-AF65-F5344CB8AC3E}">
        <p14:creationId xmlns:p14="http://schemas.microsoft.com/office/powerpoint/2010/main" val="14572701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C748E-2EB4-492D-850F-4107AACD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B70F4-BE02-4B6C-9C94-D2A7D141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1. Orden y trazas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CD3E3-DCA1-462C-84C1-1DC79B93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2BF09-41B9-4597-B124-5D2666EF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98936-F3D2-482A-BF07-63A74192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Definir contrato de comparación y construir las clases de modelo y algoritmos. Mostrar índices y estado después de cada modificación para el arreglo inicial.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C4468-17CD-4BCB-9BD6-46F98B8C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feat(pl2.1):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21160925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5F278-7428-4868-B41D-607C39CA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D07D3-850E-442D-AFA3-9C2C50BF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2. Variantes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1D6B9-0C7B-481A-9BD8-B0F42DB9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0603A-8ED1-4DE3-88A2-576B9BEB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AA00D-7A05-4629-A2D0-5AD75357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Implementar ambos sentidos para Inserción y Shell y agregar Quick Sort. Comprobar preservación de elementos.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6559E-6457-4965-BE99-34951CF0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feat(pl2.1):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3201829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DD875-C192-465C-BC77-365AE2E9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75D96-48F0-48C0-B1F0-96A02456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3. Comparación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8DF7C-BAEB-4758-837C-55F8EFC1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BB941-FFAD-4B4C-BF60-6FE749D0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996C7-CE6B-4D93-9851-D00FBED5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Crear entradas idénticas y copias independientes. Registrar datos crudos, medianas, contadores y profundidad de Quick Sort.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34BF7-F6C4-47E8-9E43-235183B9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feat(pl2.1):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8361269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77759-2F28-4C94-970A-CDD34EE7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AC132-90FF-461C-A8E5-9FAD5E1C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4. Informe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D5598-9F32-4301-862F-111F2209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42243-C8DD-47D4-BF11-29809255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C3A4A-D3DA-4D02-A6D5-4F4D4733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Explicar el efecto del pivote, el orden previo y los empates. No inventar tiempos ni predecir un ganador universal.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87C1B-9C23-4D26-A5E9-BD69F944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feat(pl2.1):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17569560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EC152-DEF6-4584-B69A-13D69FB7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17766-6FF7-4597-A1DF-AE13FCDB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21A02-8FE2-4B78-A2A3-1C53998E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385EB-1030-416B-8729-C5AE9BDE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14216-D0FE-4FBE-BBBE-C59420A0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Fuentes Java organizados por paquetes y README con compilación y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Carpeta evidencias con entradas, salidas reales y tabla de casos de aceptación.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Informe con decisiones, análisis temporal y espacial, resultados y conclusiones.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Repositorio con commits funcionales por fase y hash real de la entrega.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Exposición breve con demostración de un caso normal y uno límite.</a:t>
            </a:r>
          </a:p>
        </p:txBody>
      </p:sp>
    </p:spTree>
    <p:extLst>
      <p:ext uri="{BB962C8B-B14F-4D97-AF65-F5344CB8AC3E}">
        <p14:creationId xmlns:p14="http://schemas.microsoft.com/office/powerpoint/2010/main" val="8769622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3FB94-75EB-4D55-A14A-CBA94C2E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DE957-0156-48A5-97CC-23BB50AF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E4BF0-2B6A-4E46-81F3-571E88B0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537A1-0866-4926-8AD7-392834F5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Escenario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Criterio de aceptación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[3,1,3,-2] ascendente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[-2,1,3,3]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[3,1,3,-2] descendente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[3,3,1,-2]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[(Ana,20),(Luis,18),(Bea,20)]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Luis,Ana,Bea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sin errores; original intacto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22871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30263-5EEF-4D5D-8F09-A2E18225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BDE49-E149-409F-AB2A-4E8C26D5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Rúbrica de evaluación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CC06D-4FF9-4F2E-AA84-39BD818C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75AF4-541D-4749-B4D4-48326733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Criterio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Puntaje máximo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Corrección funcional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Análisis y decisiones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Pruebas y evidencia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Organización y Git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Defensa y conclusiones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5119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BD173-D273-4C76-95FC-2C5D20D6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3E9A7-5A44-4682-B426-65CBF3AB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Defensa y conclusiones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48BD5-A341-40A2-AD12-A199A344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37970-7945-4031-B9CB-FF851855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9E7AA-16E5-40DF-85F7-343D432E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Cambia el criterio a edad descendente con nombre ascendente. Explica qué cambia en la comparación y qué permanece igual en el algoritmo.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A34F9-7C54-49B0-9D73-AFB31D3F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Las conclusiones deben apoyarse en tus resultados reales. Los descriptores completos de la rúbrica están en la guía HTML.</a:t>
            </a:r>
          </a:p>
        </p:txBody>
      </p:sp>
    </p:spTree>
    <p:extLst>
      <p:ext uri="{BB962C8B-B14F-4D97-AF65-F5344CB8AC3E}">
        <p14:creationId xmlns:p14="http://schemas.microsoft.com/office/powerpoint/2010/main" val="3410750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2026-10-02T01:44:56.1080000Z</dcterms:created>
  <dcterms:modified xsi:type="dcterms:W3CDTF">2026-10-02T01:44:56.1080000Z</dcterms:modified>
</coreProperties>
</file>