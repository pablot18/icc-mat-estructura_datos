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0bf415b9e4ae7" /><Relationship Type="http://schemas.openxmlformats.org/officeDocument/2006/relationships/extended-properties" Target="/docProps/app.xml" Id="R2d61a613727c4d9e" /><Relationship Type="http://schemas.openxmlformats.org/officeDocument/2006/relationships/officeDocument" Target="/ppt/presentation.xml" Id="R43084e76f026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2e494d8b78450e"/>
  </p:sldMasterIdLst>
  <p:notesMasterIdLst>
    <p:notesMasterId xmlns:r="http://schemas.openxmlformats.org/officeDocument/2006/relationships" r:id="R349581c3214d4be4"/>
  </p:notesMasterIdLst>
  <p:sldIdLst>
    <p:sldId xmlns:r="http://schemas.openxmlformats.org/officeDocument/2006/relationships" id="256" r:id="R1080f830de304f69"/>
    <p:sldId xmlns:r="http://schemas.openxmlformats.org/officeDocument/2006/relationships" id="257" r:id="R1ead72c68b084913"/>
    <p:sldId xmlns:r="http://schemas.openxmlformats.org/officeDocument/2006/relationships" id="258" r:id="R8072584e481a41a5"/>
    <p:sldId xmlns:r="http://schemas.openxmlformats.org/officeDocument/2006/relationships" id="259" r:id="R9c5591bbee4f4cac"/>
    <p:sldId xmlns:r="http://schemas.openxmlformats.org/officeDocument/2006/relationships" id="260" r:id="Radea332a66a04175"/>
    <p:sldId xmlns:r="http://schemas.openxmlformats.org/officeDocument/2006/relationships" id="261" r:id="R34b906f15b8241e8"/>
    <p:sldId xmlns:r="http://schemas.openxmlformats.org/officeDocument/2006/relationships" id="262" r:id="R789b8af1cd854fa9"/>
    <p:sldId xmlns:r="http://schemas.openxmlformats.org/officeDocument/2006/relationships" id="263" r:id="R014a56da667348f2"/>
    <p:sldId xmlns:r="http://schemas.openxmlformats.org/officeDocument/2006/relationships" id="264" r:id="R10c55426f12a4a2d"/>
    <p:sldId xmlns:r="http://schemas.openxmlformats.org/officeDocument/2006/relationships" id="265" r:id="R5ca3e442dbf243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6067ab4c14bd9" /><Relationship Type="http://schemas.openxmlformats.org/officeDocument/2006/relationships/slideMaster" Target="/ppt/slideMasters/slideMaster1.xml" Id="Rd22e494d8b78450e" /><Relationship Type="http://schemas.openxmlformats.org/officeDocument/2006/relationships/notesMaster" Target="/ppt/notesMasters/notesMaster1.xml" Id="R349581c3214d4be4" /><Relationship Type="http://schemas.openxmlformats.org/officeDocument/2006/relationships/presProps" Target="/ppt/presProps.xml" Id="Re5fb974c723049de" /><Relationship Type="http://schemas.openxmlformats.org/officeDocument/2006/relationships/tableStyles" Target="/ppt/tableStyles.xml" Id="Re21777b9309a42fd" /><Relationship Type="http://schemas.openxmlformats.org/officeDocument/2006/relationships/slide" Target="/ppt/slides/slide1.xml" Id="R1080f830de304f69" /><Relationship Type="http://schemas.openxmlformats.org/officeDocument/2006/relationships/slide" Target="/ppt/slides/slide2.xml" Id="R1ead72c68b084913" /><Relationship Type="http://schemas.openxmlformats.org/officeDocument/2006/relationships/slide" Target="/ppt/slides/slide3.xml" Id="R8072584e481a41a5" /><Relationship Type="http://schemas.openxmlformats.org/officeDocument/2006/relationships/slide" Target="/ppt/slides/slide4.xml" Id="R9c5591bbee4f4cac" /><Relationship Type="http://schemas.openxmlformats.org/officeDocument/2006/relationships/slide" Target="/ppt/slides/slide5.xml" Id="Radea332a66a04175" /><Relationship Type="http://schemas.openxmlformats.org/officeDocument/2006/relationships/slide" Target="/ppt/slides/slide6.xml" Id="R34b906f15b8241e8" /><Relationship Type="http://schemas.openxmlformats.org/officeDocument/2006/relationships/slide" Target="/ppt/slides/slide7.xml" Id="R789b8af1cd854fa9" /><Relationship Type="http://schemas.openxmlformats.org/officeDocument/2006/relationships/slide" Target="/ppt/slides/slide8.xml" Id="R014a56da667348f2" /><Relationship Type="http://schemas.openxmlformats.org/officeDocument/2006/relationships/slide" Target="/ppt/slides/slide9.xml" Id="R10c55426f12a4a2d" /><Relationship Type="http://schemas.openxmlformats.org/officeDocument/2006/relationships/slide" Target="/ppt/slides/slide10.xml" Id="R5ca3e442dbf2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f45e95225441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ba0b1c2364e58" /><Relationship Type="http://schemas.openxmlformats.org/officeDocument/2006/relationships/notesMaster" Target="/ppt/notesMasters/notesMaster1.xml" Id="R64c2c9b404604f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84b6e474c4430c" /><Relationship Type="http://schemas.openxmlformats.org/officeDocument/2006/relationships/notesMaster" Target="/ppt/notesMasters/notesMaster1.xml" Id="Raf3281be6add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9efbc1a8634569" /><Relationship Type="http://schemas.openxmlformats.org/officeDocument/2006/relationships/notesMaster" Target="/ppt/notesMasters/notesMaster1.xml" Id="Rc496fbeae989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c2aa6164b646db" /><Relationship Type="http://schemas.openxmlformats.org/officeDocument/2006/relationships/notesMaster" Target="/ppt/notesMasters/notesMaster1.xml" Id="R19bb279aa74c4d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322d603c04bbd" /><Relationship Type="http://schemas.openxmlformats.org/officeDocument/2006/relationships/notesMaster" Target="/ppt/notesMasters/notesMaster1.xml" Id="R257d58c7fb2f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ef57be4cf4822" /><Relationship Type="http://schemas.openxmlformats.org/officeDocument/2006/relationships/notesMaster" Target="/ppt/notesMasters/notesMaster1.xml" Id="Rc136fb4e9b71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5943d1b7e449c" /><Relationship Type="http://schemas.openxmlformats.org/officeDocument/2006/relationships/notesMaster" Target="/ppt/notesMasters/notesMaster1.xml" Id="R13747a7c154d48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d49f23a446476d" /><Relationship Type="http://schemas.openxmlformats.org/officeDocument/2006/relationships/notesMaster" Target="/ppt/notesMasters/notesMaster1.xml" Id="R684f4d032f5e45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eecae8c3334f7f" /><Relationship Type="http://schemas.openxmlformats.org/officeDocument/2006/relationships/notesMaster" Target="/ppt/notesMasters/notesMaster1.xml" Id="Rec51ce28141b46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400654251a471f" /><Relationship Type="http://schemas.openxmlformats.org/officeDocument/2006/relationships/notesMaster" Target="/ppt/notesMasters/notesMaster1.xml" Id="R15846257593e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509de4e474a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88c373af04a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8a4e085bd4c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1e7c75df445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3294c504f4a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97f47105241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9CE3089-0286-4E19-98F1-96857429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6B4F1B-28EC-4FB1-B9BE-9767E63EE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4ECA0B9-69B0-4812-B005-32CE130997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E3F8922-34E6-452B-9E1B-D47E68E4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3928B9-A444-4A99-930F-02684A186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0847D5-669F-4807-B59C-F7D5AC90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B29BA2-789A-4811-9C41-DB7AB5A6D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BDD9BC9-7D36-4AF4-A2B7-0423CF831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42819C7-E864-4195-A149-3709AA78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E2CE28-B859-4659-9C18-4999D3856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152436-42E3-48E3-9C50-4A10E322A9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AE085-C590-42B8-B0F9-A958E4F6B2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7626B1-DE64-404E-B405-40EDFDAB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350532-DD08-4C8C-920E-1EC61D889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5883E7-D475-477E-A750-86D414B83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bdfb7d42b4c17" /><Relationship Type="http://schemas.openxmlformats.org/officeDocument/2006/relationships/slideLayout" Target="/ppt/slideLayouts/slideLayout1.xml" Id="R0c5426b1182b4df9" /><Relationship Type="http://schemas.openxmlformats.org/officeDocument/2006/relationships/slideLayout" Target="/ppt/slideLayouts/slideLayout2.xml" Id="R1963cbfe5cac4d11" /><Relationship Type="http://schemas.openxmlformats.org/officeDocument/2006/relationships/slideLayout" Target="/ppt/slideLayouts/slideLayout3.xml" Id="Re2ed4c87f7fb46d2" /><Relationship Type="http://schemas.openxmlformats.org/officeDocument/2006/relationships/slideLayout" Target="/ppt/slideLayouts/slideLayout4.xml" Id="Red221bcd06894843" /><Relationship Type="http://schemas.openxmlformats.org/officeDocument/2006/relationships/slideLayout" Target="/ppt/slideLayouts/slideLayout5.xml" Id="Reee330b13f57486e" /><Relationship Type="http://schemas.openxmlformats.org/officeDocument/2006/relationships/slideLayout" Target="/ppt/slideLayouts/slideLayout6.xml" Id="R244ed13c160844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426b1182b4df9"/>
    <p:sldLayoutId xmlns:r="http://schemas.openxmlformats.org/officeDocument/2006/relationships" id="2147483650" r:id="R1963cbfe5cac4d11"/>
    <p:sldLayoutId xmlns:r="http://schemas.openxmlformats.org/officeDocument/2006/relationships" id="2147483651" r:id="Re2ed4c87f7fb46d2"/>
    <p:sldLayoutId xmlns:r="http://schemas.openxmlformats.org/officeDocument/2006/relationships" id="2147483652" r:id="Red221bcd06894843"/>
    <p:sldLayoutId xmlns:r="http://schemas.openxmlformats.org/officeDocument/2006/relationships" id="2147483653" r:id="Reee330b13f57486e"/>
    <p:sldLayoutId xmlns:r="http://schemas.openxmlformats.org/officeDocument/2006/relationships" id="2147483654" r:id="R244ed13c160844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afab38219447b" /><Relationship Type="http://schemas.openxmlformats.org/officeDocument/2006/relationships/image" Target="/ppt/media/image.png" Id="Rc158d6af5c69420a" /><Relationship Type="http://schemas.openxmlformats.org/officeDocument/2006/relationships/notesSlide" Target="/ppt/notesSlides/notesSlide1.xml" Id="R3b4a86f5b86d49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1d8519b734a6f" /><Relationship Type="http://schemas.openxmlformats.org/officeDocument/2006/relationships/notesSlide" Target="/ppt/notesSlides/notesSlide2.xml" Id="Re837f918ce84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d0768fc4f4082" /><Relationship Type="http://schemas.openxmlformats.org/officeDocument/2006/relationships/notesSlide" Target="/ppt/notesSlides/notesSlide3.xml" Id="R2644c07a16eb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43585e1394d9d" /><Relationship Type="http://schemas.openxmlformats.org/officeDocument/2006/relationships/notesSlide" Target="/ppt/notesSlides/notesSlide4.xml" Id="R2581d5cb028a4b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fb3d761604a9e" /><Relationship Type="http://schemas.openxmlformats.org/officeDocument/2006/relationships/notesSlide" Target="/ppt/notesSlides/notesSlide5.xml" Id="R3f3b0c436621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6c18a4be84f3a" /><Relationship Type="http://schemas.openxmlformats.org/officeDocument/2006/relationships/notesSlide" Target="/ppt/notesSlides/notesSlide6.xml" Id="Rf92b8de64646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3f50ce29a485e" /><Relationship Type="http://schemas.openxmlformats.org/officeDocument/2006/relationships/notesSlide" Target="/ppt/notesSlides/notesSlide7.xml" Id="Rb4211fb6158444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b2bf164b54bc5" /><Relationship Type="http://schemas.openxmlformats.org/officeDocument/2006/relationships/notesSlide" Target="/ppt/notesSlides/notesSlide8.xml" Id="R0ac4efc027934a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d82ec7fc34eaa" /><Relationship Type="http://schemas.openxmlformats.org/officeDocument/2006/relationships/notesSlide" Target="/ppt/notesSlides/notesSlide9.xml" Id="Rfbccabebbcdf4b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d578d9ad64ce9" /><Relationship Type="http://schemas.openxmlformats.org/officeDocument/2006/relationships/notesSlide" Target="/ppt/notesSlides/notesSlide10.xml" Id="Rb4c94265643f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8d6af5c69420a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7BC21-A4AD-419F-938A-7D27DC0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C26BB-4244-4FC4-ABF6-EB74D1DB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Consultas sobre un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4648D-9250-425C-93BA-22477EB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27AC-9575-4094-876C-5D97CE47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PL2.2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AB68C-3A61-4A52-BFF6-0213454E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797839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98BFF-EFEC-4B83-BC1E-103F4B5F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FA75-D6CF-4260-AA31-BF2C9AF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6EDC8-D6D5-447C-95E9-1149D9D4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FD4FA-EEB7-4CCA-8EE5-3D9230F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F471C-BDD7-4755-93FC-1597A6E7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catálogo de productos debe responder consultas por código. Se comparará búsqueda secuencial y binaria, distinguiendo el costo de preparar el índice del costo de cada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74A92-14A6-4257-9739-52D544F1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6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1719469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9058A-91FD-4E5C-8105-1D6788C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FC1A4-1C57-47E3-A789-1DDD3B0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Modelo y contrato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FAAD-81FA-434C-9CE5-1468398F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553F-9BFA-4A83-9BC0-BBB7576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5A3A9-C6B2-4EFC-9247-EEE2F4C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política de duplicados y casos ausentes. Crear lote pequeño con resultados verificables.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9849-BE36-4769-B739-E79EBD6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223916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A9713-031B-4528-8849-FB8578F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83B48-F5DE-4355-A378-1455781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Índice y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8780-FF00-43C8-AB24-CDBA998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B768D-603F-4E27-BC25-2785A76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08270-2E57-4222-B2B3-34D059D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Construir copia ordenada y métodos de búsqueda con contadores. Verificar resultados equivalentes.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39DD9-DBBC-4005-B9A6-63358D30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338169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53957-1F71-4ED7-AA77-1B251BB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F1285-CD3F-4E52-BB92-E15EDD72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Experimentos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E45B3-487C-41FB-A87F-E86EF619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E5A5-B92A-4F66-B322-281F444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77E80-4CEA-4B84-BBE6-8F23528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Evaluar consultas presentes y ausentes en posiciones diversas. Registrar preparación y consultas por separado.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34129-9775-41B7-9210-8C9E2274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730462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DB6C1-BC10-4B1B-BC98-D35FAFA3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BDF1E-34F9-46C3-BAE6-71BD35D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Decisión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AD526-A045-4AE6-BEB2-E58C08F4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2ED8-8DFB-4E34-8F45-C4E6F12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6019D-83B5-48B2-8EAC-261C9C6D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Estimar cuándo compensa preparar el índice y discutir qué ocurre si se insertan productos entre consultas.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657A0-3D0B-4EDF-9D48-2916383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feat(pl2.2):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686308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03562-B801-4EBB-9D8B-0817856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04E2A-3C86-4043-A95E-06BBB35E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20800-A808-401D-9C72-551AC1C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F6EF-0E38-483D-8FD6-5EED6A17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DCFB-8503-4479-874E-E0B62CA5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2142872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623EA-E0A1-4814-A337-3B240BD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B45C9-7A5F-4754-A1AE-7D16354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9EF75-9755-478D-AE72-12245DB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7781D-A4C0-4273-B3A5-8D9115AE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códigos [10,20,20,40], buscar 20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dos productos sin perder su identidad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coincidencias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catálogo vacío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coincidencias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no entera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controlado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194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2C706-5D1F-43D7-96A6-19225DC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71628-3F37-4778-89AE-0012915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71BAF-EC0E-4B4A-AE93-1AF80797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B5A3F-243B-4742-AE79-6093147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831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E6A7-3958-4B48-92C0-052A189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A97A-13C6-44C0-8DB3-1CA9754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7F31D-7944-4CE4-896D-AD785B2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5C9D9-3221-4C8B-99C4-5266CAB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92548-CE95-452D-B308-0E756D76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 un producto entre dos consultas y explica cómo mantienes válido el índice.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7747E-491C-4A3E-A641-9CFADD3D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427571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2026-10-02T01:45:01.6130000Z</dcterms:created>
  <dcterms:modified xsi:type="dcterms:W3CDTF">2026-10-02T01:45:01.6130000Z</dcterms:modified>
</coreProperties>
</file>