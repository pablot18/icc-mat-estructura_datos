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8e2be4092c4018" /><Relationship Type="http://schemas.openxmlformats.org/officeDocument/2006/relationships/extended-properties" Target="/docProps/app.xml" Id="R0195a4e22c194d9c" /><Relationship Type="http://schemas.openxmlformats.org/officeDocument/2006/relationships/officeDocument" Target="/ppt/presentation.xml" Id="Rebfdbfbbf9114e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1721512d454d4f"/>
  </p:sldMasterIdLst>
  <p:notesMasterIdLst>
    <p:notesMasterId xmlns:r="http://schemas.openxmlformats.org/officeDocument/2006/relationships" r:id="R5be6f30549754c4b"/>
  </p:notesMasterIdLst>
  <p:sldIdLst>
    <p:sldId xmlns:r="http://schemas.openxmlformats.org/officeDocument/2006/relationships" id="256" r:id="R15f78aa8245a4004"/>
    <p:sldId xmlns:r="http://schemas.openxmlformats.org/officeDocument/2006/relationships" id="257" r:id="R088bfe53aa1546c8"/>
    <p:sldId xmlns:r="http://schemas.openxmlformats.org/officeDocument/2006/relationships" id="258" r:id="Rde2d1019be484898"/>
    <p:sldId xmlns:r="http://schemas.openxmlformats.org/officeDocument/2006/relationships" id="259" r:id="Rd4d55ecc2a8942c0"/>
    <p:sldId xmlns:r="http://schemas.openxmlformats.org/officeDocument/2006/relationships" id="260" r:id="R619bcd9045b24ecb"/>
    <p:sldId xmlns:r="http://schemas.openxmlformats.org/officeDocument/2006/relationships" id="261" r:id="Rfeeaf367508a4d4e"/>
    <p:sldId xmlns:r="http://schemas.openxmlformats.org/officeDocument/2006/relationships" id="262" r:id="Ree6f1383e0b948dd"/>
    <p:sldId xmlns:r="http://schemas.openxmlformats.org/officeDocument/2006/relationships" id="263" r:id="R4d05b85ada154fa9"/>
    <p:sldId xmlns:r="http://schemas.openxmlformats.org/officeDocument/2006/relationships" id="264" r:id="Rad90a93d89ac44be"/>
    <p:sldId xmlns:r="http://schemas.openxmlformats.org/officeDocument/2006/relationships" id="265" r:id="R6d90f616213848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7ef5da2d404b6e" /><Relationship Type="http://schemas.openxmlformats.org/officeDocument/2006/relationships/slideMaster" Target="/ppt/slideMasters/slideMaster1.xml" Id="R2a1721512d454d4f" /><Relationship Type="http://schemas.openxmlformats.org/officeDocument/2006/relationships/notesMaster" Target="/ppt/notesMasters/notesMaster1.xml" Id="R5be6f30549754c4b" /><Relationship Type="http://schemas.openxmlformats.org/officeDocument/2006/relationships/presProps" Target="/ppt/presProps.xml" Id="R00de78f876f04d3e" /><Relationship Type="http://schemas.openxmlformats.org/officeDocument/2006/relationships/tableStyles" Target="/ppt/tableStyles.xml" Id="Ra19d086221a3455a" /><Relationship Type="http://schemas.openxmlformats.org/officeDocument/2006/relationships/slide" Target="/ppt/slides/slide1.xml" Id="R15f78aa8245a4004" /><Relationship Type="http://schemas.openxmlformats.org/officeDocument/2006/relationships/slide" Target="/ppt/slides/slide2.xml" Id="R088bfe53aa1546c8" /><Relationship Type="http://schemas.openxmlformats.org/officeDocument/2006/relationships/slide" Target="/ppt/slides/slide3.xml" Id="Rde2d1019be484898" /><Relationship Type="http://schemas.openxmlformats.org/officeDocument/2006/relationships/slide" Target="/ppt/slides/slide4.xml" Id="Rd4d55ecc2a8942c0" /><Relationship Type="http://schemas.openxmlformats.org/officeDocument/2006/relationships/slide" Target="/ppt/slides/slide5.xml" Id="R619bcd9045b24ecb" /><Relationship Type="http://schemas.openxmlformats.org/officeDocument/2006/relationships/slide" Target="/ppt/slides/slide6.xml" Id="Rfeeaf367508a4d4e" /><Relationship Type="http://schemas.openxmlformats.org/officeDocument/2006/relationships/slide" Target="/ppt/slides/slide7.xml" Id="Ree6f1383e0b948dd" /><Relationship Type="http://schemas.openxmlformats.org/officeDocument/2006/relationships/slide" Target="/ppt/slides/slide8.xml" Id="R4d05b85ada154fa9" /><Relationship Type="http://schemas.openxmlformats.org/officeDocument/2006/relationships/slide" Target="/ppt/slides/slide9.xml" Id="Rad90a93d89ac44be" /><Relationship Type="http://schemas.openxmlformats.org/officeDocument/2006/relationships/slide" Target="/ppt/slides/slide10.xml" Id="R6d90f616213848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d2459e137b4b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e264ade76d4549" /><Relationship Type="http://schemas.openxmlformats.org/officeDocument/2006/relationships/notesMaster" Target="/ppt/notesMasters/notesMaster1.xml" Id="Rb6b765e8c71c4c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d865edc8ea4c72" /><Relationship Type="http://schemas.openxmlformats.org/officeDocument/2006/relationships/notesMaster" Target="/ppt/notesMasters/notesMaster1.xml" Id="Rad11372cba4242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b460ba33af4c71" /><Relationship Type="http://schemas.openxmlformats.org/officeDocument/2006/relationships/notesMaster" Target="/ppt/notesMasters/notesMaster1.xml" Id="Rf3d82c87f7744b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3936603bd7441f" /><Relationship Type="http://schemas.openxmlformats.org/officeDocument/2006/relationships/notesMaster" Target="/ppt/notesMasters/notesMaster1.xml" Id="R9edcc0b8d2c84c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ffc64c0c064f4d" /><Relationship Type="http://schemas.openxmlformats.org/officeDocument/2006/relationships/notesMaster" Target="/ppt/notesMasters/notesMaster1.xml" Id="Rf3da57d6338445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365e5dc3b34367" /><Relationship Type="http://schemas.openxmlformats.org/officeDocument/2006/relationships/notesMaster" Target="/ppt/notesMasters/notesMaster1.xml" Id="R3b78dba0677748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2755a6e9394884" /><Relationship Type="http://schemas.openxmlformats.org/officeDocument/2006/relationships/notesMaster" Target="/ppt/notesMasters/notesMaster1.xml" Id="R308ae8784b4248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0c4fd0f9a941b3" /><Relationship Type="http://schemas.openxmlformats.org/officeDocument/2006/relationships/notesMaster" Target="/ppt/notesMasters/notesMaster1.xml" Id="R4ed2a55443924a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c311afb5b341c7" /><Relationship Type="http://schemas.openxmlformats.org/officeDocument/2006/relationships/notesMaster" Target="/ppt/notesMasters/notesMaster1.xml" Id="Rd2fcb2421d1e42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e7ae76ec2743b9" /><Relationship Type="http://schemas.openxmlformats.org/officeDocument/2006/relationships/notesMaster" Target="/ppt/notesMasters/notesMaster1.xml" Id="R66a67af9ec0c4b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material.md del contenido y programa-analitico.pdf, páginas 2 y 3. Autor: Ing. Pablo Torres, Mgtr. Código completo y referencias técnicas en el material asociado.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09216b87ad4f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3318e3d5a845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1fab9fa764f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a3318dc51e40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62d35151b42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f368281b04b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FC3A34A-6C30-4BF9-8C8E-2E555BE4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7D98F55-91F0-4B84-9B52-F778EB6799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7C291A-EA80-4FE8-A3CE-E37E2F2CAD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C6DD05C-232F-4AC7-B460-D75E88CD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05692C-1ECB-4330-949B-A7D220BB5A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3849827-ED1A-4BCE-BF54-529364DF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A856BA-CD78-4D79-9464-41A028D072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F946CAE-EBC4-409C-B79B-12EBF25233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9854288-B9A0-402D-855F-5E1B046C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C44A437-9416-49BD-8892-BEF75E8075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98E663-05BE-43DF-972E-C102055C2B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A3755C-F356-477A-A1AA-DA5C31D7D9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FD9AC64-4415-4F49-AFFC-EF45AB2F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6EDBC8-18E8-43B3-BA53-8235DEE5EE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26B2CB-33E0-4CC4-9223-AFE4684A1A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50afd628814ecb" /><Relationship Type="http://schemas.openxmlformats.org/officeDocument/2006/relationships/slideLayout" Target="/ppt/slideLayouts/slideLayout1.xml" Id="R4ee9eb7c5d934b98" /><Relationship Type="http://schemas.openxmlformats.org/officeDocument/2006/relationships/slideLayout" Target="/ppt/slideLayouts/slideLayout2.xml" Id="Rd030f129c78c4756" /><Relationship Type="http://schemas.openxmlformats.org/officeDocument/2006/relationships/slideLayout" Target="/ppt/slideLayouts/slideLayout3.xml" Id="R96c5b0e85a0b4279" /><Relationship Type="http://schemas.openxmlformats.org/officeDocument/2006/relationships/slideLayout" Target="/ppt/slideLayouts/slideLayout4.xml" Id="R01c52ebc5b1f42ed" /><Relationship Type="http://schemas.openxmlformats.org/officeDocument/2006/relationships/slideLayout" Target="/ppt/slideLayouts/slideLayout5.xml" Id="R8a965d0a27094af5" /><Relationship Type="http://schemas.openxmlformats.org/officeDocument/2006/relationships/slideLayout" Target="/ppt/slideLayouts/slideLayout6.xml" Id="R82b207db978744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e9eb7c5d934b98"/>
    <p:sldLayoutId xmlns:r="http://schemas.openxmlformats.org/officeDocument/2006/relationships" id="2147483650" r:id="Rd030f129c78c4756"/>
    <p:sldLayoutId xmlns:r="http://schemas.openxmlformats.org/officeDocument/2006/relationships" id="2147483651" r:id="R96c5b0e85a0b4279"/>
    <p:sldLayoutId xmlns:r="http://schemas.openxmlformats.org/officeDocument/2006/relationships" id="2147483652" r:id="R01c52ebc5b1f42ed"/>
    <p:sldLayoutId xmlns:r="http://schemas.openxmlformats.org/officeDocument/2006/relationships" id="2147483653" r:id="R8a965d0a27094af5"/>
    <p:sldLayoutId xmlns:r="http://schemas.openxmlformats.org/officeDocument/2006/relationships" id="2147483654" r:id="R82b207db978744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49969f593c4448" /><Relationship Type="http://schemas.openxmlformats.org/officeDocument/2006/relationships/image" Target="/ppt/media/image.png" Id="R17c8a2e1bdc84115" /><Relationship Type="http://schemas.openxmlformats.org/officeDocument/2006/relationships/notesSlide" Target="/ppt/notesSlides/notesSlide1.xml" Id="Ra73b524f8dfa41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4bb70bc4734aa7" /><Relationship Type="http://schemas.openxmlformats.org/officeDocument/2006/relationships/notesSlide" Target="/ppt/notesSlides/notesSlide2.xml" Id="R7c04330d09534d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9ecf21b4074076" /><Relationship Type="http://schemas.openxmlformats.org/officeDocument/2006/relationships/notesSlide" Target="/ppt/notesSlides/notesSlide3.xml" Id="R430619bc811449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b177ec686545a0" /><Relationship Type="http://schemas.openxmlformats.org/officeDocument/2006/relationships/notesSlide" Target="/ppt/notesSlides/notesSlide4.xml" Id="R73fe117fbed14c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8806e630aa49da" /><Relationship Type="http://schemas.openxmlformats.org/officeDocument/2006/relationships/notesSlide" Target="/ppt/notesSlides/notesSlide5.xml" Id="Rcad4eb89f83445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d1f35db217461e" /><Relationship Type="http://schemas.openxmlformats.org/officeDocument/2006/relationships/notesSlide" Target="/ppt/notesSlides/notesSlide6.xml" Id="R2c5356392cc743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a1e212076948f1" /><Relationship Type="http://schemas.openxmlformats.org/officeDocument/2006/relationships/notesSlide" Target="/ppt/notesSlides/notesSlide7.xml" Id="Ra6dec0bf723b4a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e4ea1fa6b04b58" /><Relationship Type="http://schemas.openxmlformats.org/officeDocument/2006/relationships/notesSlide" Target="/ppt/notesSlides/notesSlide8.xml" Id="R6edcfddcc52945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4f8ff6ab1848fa" /><Relationship Type="http://schemas.openxmlformats.org/officeDocument/2006/relationships/notesSlide" Target="/ppt/notesSlides/notesSlide9.xml" Id="Red32aeb1f19847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97fc90ecba42b6" /><Relationship Type="http://schemas.openxmlformats.org/officeDocument/2006/relationships/notesSlide" Target="/ppt/notesSlides/notesSlide10.xml" Id="Rc11c17a0eaf24c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8a2e1bdc84115"/>
          <a:stretch xmlns:a="http://schemas.openxmlformats.org/drawingml/2006/main"/>
        </p:blipFill>
        <p:spPr>
          <a:xfrm xmlns:a="http://schemas.openxmlformats.org/drawingml/2006/main">
            <a:off x="609600" y="534507"/>
            <a:ext cx="7048500" cy="11598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775A3-EE3A-40B2-B300-B45E3E27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Estructura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A47BC-2FB6-4C21-8445-9678F0D8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2775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Ordenamiento directo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71ABC-0043-4573-92D4-D07A0EE8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07CAE-52D6-46E9-92DD-EAB2C533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Unidad 2 · 2.1.1 · Java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6613A-FD81-4894-8395-30C70F08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168841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B2365-5BA2-45F7-9F88-76B61C5A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56870-EEA1-43A7-8C0E-A8DF1F94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¿Qué aprenderemos hoy?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E508D-E140-410C-A779-D2681208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4ADE6-38A3-4BC5-97DB-3859A89B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F9439-F558-4677-BAA6-D9E4EECB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7632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1. Claves, orden y estabilidad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2. Burbuja con detección de cambios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3. Selección del mínimo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4. Inserción y desplazamiento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5. Elección del método</a:t>
            </a:r>
          </a:p>
        </p:txBody>
      </p:sp>
    </p:spTree>
    <p:extLst>
      <p:ext uri="{BB962C8B-B14F-4D97-AF65-F5344CB8AC3E}">
        <p14:creationId xmlns:p14="http://schemas.microsoft.com/office/powerpoint/2010/main" val="15070018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FFD52-44B0-4A74-9CFF-D44CA80C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E24D7-100F-4C53-B79C-75B1849E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Burbuja y selección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F221C-1798-4D86-9098-A2E9FD32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28F38-E2E3-4A8D-A33D-5AA001E0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CFCED-9F6F-4466-BA04-6F78BE06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2F40B-5ADA-452E-8965-C6F775CD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Burbuja compara vecinos y fija el mayor al final de cada pasada.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184A5-7C58-416F-B614-A27673E5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ACE7B-C4E2-4762-842C-FF6AC657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La bandera de cambios da Θ(n) en una entrada ya ordenada.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D4DE4-8602-48E8-A2E1-1B736A89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7F10A-04D0-45DF-9414-E3F74B50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Selección busca el mínimo del sufijo: n(n−1)/2 comparaciones.</a:t>
            </a:r>
          </a:p>
        </p:txBody>
      </p:sp>
    </p:spTree>
    <p:extLst>
      <p:ext uri="{BB962C8B-B14F-4D97-AF65-F5344CB8AC3E}">
        <p14:creationId xmlns:p14="http://schemas.microsoft.com/office/powerpoint/2010/main" val="14872199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E062D-1FB6-4CA8-BBC3-01452E8A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9AF69-E864-4386-9E82-F21B51CB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Inserción estable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988DC-321A-4314-9E0D-9BF0F7BB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361CC-C3EF-4F14-9802-FF2077B7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04340-3708-4E2A-B5CC-7338D1FF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A590E-DECC-494A-A926-3923F4AD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prefijo está ordenado antes de insertar la siguiente clave.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70C1C-8091-4A2C-A453-55B8998B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2EAB8-918F-4101-876B-827867AD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Se desplazan únicamente los valores mayores que la clave.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1C7F6-636F-494E-ABB9-277FC878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2A233-B665-4B45-ACE9-6AF15E25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Usar comparación estricta conserva el orden de los empates.</a:t>
            </a:r>
          </a:p>
        </p:txBody>
      </p:sp>
    </p:spTree>
    <p:extLst>
      <p:ext uri="{BB962C8B-B14F-4D97-AF65-F5344CB8AC3E}">
        <p14:creationId xmlns:p14="http://schemas.microsoft.com/office/powerpoint/2010/main" val="8885709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C586E-8F9A-43DD-AB1B-FEE85F3F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6CF3D-674F-4395-832D-4625CE59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Comparación de métodos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54753-C6FC-4D7F-8F3E-7562ACB3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2CA8C-055D-4720-BF5A-7DB3365C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AF8DB-F19B-40D0-917D-72F909E7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C2A56-5A28-42B6-ABB4-981EF2F2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Burbuja y selección: peor tiempo Θ(n²). Inserción: Θ(n²) peor, Θ(n) ordenado.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B92D4-9EAF-4F9D-BA27-82E55679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A9BEA-40CA-4C72-882F-F56F6AE3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Los tres núcleos trabajan con Θ(1) espacio auxiliar.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E5C0E-0731-4BE7-9210-1ADD8D43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529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9752F-8FAD-4507-BA56-07C32016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1482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Selección estándar es inestable. Burbuja adyacente e inserción estricta son estables.</a:t>
            </a:r>
          </a:p>
        </p:txBody>
      </p:sp>
    </p:spTree>
    <p:extLst>
      <p:ext uri="{BB962C8B-B14F-4D97-AF65-F5344CB8AC3E}">
        <p14:creationId xmlns:p14="http://schemas.microsoft.com/office/powerpoint/2010/main" val="15036263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9F3A5-24A3-4368-AFAA-67F46CA6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94623-A2C8-4EF5-A8C9-4FED7681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Traza de referencia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C0F58-23E8-4C81-BFF9-E87AB755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2FAC5-3DB4-47C2-9FB0-3CADEB14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Paso de inserción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[5,3,4,1,2]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Insertar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[3,5,4,1,2]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Insertar 4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[3,4,5,1,2]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Insertar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[1,3,4,5,2]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Insertar 2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[1,2,3,4,5]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12333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A0FC2-0E29-44F5-906D-3052953C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5DCA7-322C-42C3-8D63-B9871B31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en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4CAF8-8DDB-4398-A700-95AE9224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B09E0-1F6B-46CC-A6DD-F1B74D61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6AA52-051D-49E1-89E9-6C69BD54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57325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static void bubble(int[] a)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for (int end = a.length - 1; end &gt; 0; end--)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boolean changed = false;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for (int j = 0; j &lt; end; j++) {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    if (a[j] &gt; a[j+1]) { swap(a,j,j+1); changed = true; }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}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    if (!changed) break;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    }</a:t>
            </a:r>
          </a:p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    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567D0-DA09-4DDF-B520-8F454681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Fragmento de la demostración. Código completo y ejecución en el material Java.</a:t>
            </a:r>
          </a:p>
        </p:txBody>
      </p:sp>
    </p:spTree>
    <p:extLst>
      <p:ext uri="{BB962C8B-B14F-4D97-AF65-F5344CB8AC3E}">
        <p14:creationId xmlns:p14="http://schemas.microsoft.com/office/powerpoint/2010/main" val="7637044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419CF-536A-46CA-92A3-1B26F4A0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E297B-E409-4E34-9FD2-E31EA3BF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Práctica de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B7EB2-CFFB-4CE6-A782-4D321B54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42CAC-19A2-400D-A5EF-F60A2ADC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06F11-6A52-4A7C-BC5F-390741DD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Ordena registros con código, nota y posición original mediante inserción estable. Conserva el orden de llegada cuando las notas coincidan. Implementa contadores de comparaciones y desplazamientos, sin usar la ordenación de biblioteca.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A7740-CBAA-4D1A-8157-CC015419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Evidencia: casos ejecutados, explicación de costos y commits reales.</a:t>
            </a:r>
          </a:p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Entrega: una versión. Registro en evidencias/PC2.1.1.md.</a:t>
            </a:r>
          </a:p>
        </p:txBody>
      </p:sp>
    </p:spTree>
    <p:extLst>
      <p:ext uri="{BB962C8B-B14F-4D97-AF65-F5344CB8AC3E}">
        <p14:creationId xmlns:p14="http://schemas.microsoft.com/office/powerpoint/2010/main" val="18943803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4A55E-AE75-487C-818A-9F56585E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7BDBA-63A8-4D52-A2BB-F1E6895D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 de la 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37419-2CA2-4EAA-86CC-2F276069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16A61-EE85-4209-9B03-2D237B03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Entrada o escenario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Resultado exigido</a:t>
                      </a:r>
                    </a:p>
                  </a:txBody>
                  <a:tcPr marL="91440" marR="91440" marT="45720" marB="45720">
                    <a:solidFill>
                      <a:srgbClr val="003772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[(A,8),(B,5),(C,8)]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B,A,C; A precede a C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1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[(A,8),(B,8)]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03F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A,B sin invertir empates</a:t>
                      </a:r>
                    </a:p>
                  </a:txBody>
                  <a:tcPr marL="91440" marR="91440" marT="45720" marB="45720">
                    <a:solidFill>
                      <a:srgbClr val="F3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3000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25271-43A5-4EAC-B07E-0175C1B1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82A7E-A2E1-4DDF-9E7D-59DABC3C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2DBFF-284D-4C53-8556-10CFC458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Estructura de Datos · 2.1.1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9AA68-A403-444B-85E6-CB4D5204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53ACD-D74A-4CF8-BE91-5CBF3F84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Ordenar consiste en reorganizar registros según una clave y un criterio consistente. La salida debe conservar todos los elementos y quedar en orden no decreciente.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Los tres métodos son útiles para entender invariantes y costos. Para datos pequeños casi ordenados, inserción aprovecha el orden existente.</a:t>
            </a:r>
          </a:p>
        </p:txBody>
      </p:sp>
    </p:spTree>
    <p:extLst>
      <p:ext uri="{BB962C8B-B14F-4D97-AF65-F5344CB8AC3E}">
        <p14:creationId xmlns:p14="http://schemas.microsoft.com/office/powerpoint/2010/main" val="1589989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2026-10-02T01:43:30.2300000Z</dcterms:created>
  <dcterms:modified xsi:type="dcterms:W3CDTF">2026-10-02T01:43:30.2300000Z</dcterms:modified>
</coreProperties>
</file>