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eeadd28d24b20" /><Relationship Type="http://schemas.openxmlformats.org/officeDocument/2006/relationships/extended-properties" Target="/docProps/app.xml" Id="Rf0be122377e9492a" /><Relationship Type="http://schemas.openxmlformats.org/officeDocument/2006/relationships/officeDocument" Target="/ppt/presentation.xml" Id="R627853c0cefd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a09f2b69864f50"/>
  </p:sldMasterIdLst>
  <p:notesMasterIdLst>
    <p:notesMasterId xmlns:r="http://schemas.openxmlformats.org/officeDocument/2006/relationships" r:id="R32f15dea14714a0d"/>
  </p:notesMasterIdLst>
  <p:sldIdLst>
    <p:sldId xmlns:r="http://schemas.openxmlformats.org/officeDocument/2006/relationships" id="256" r:id="R75e7e3377d5f4a4c"/>
    <p:sldId xmlns:r="http://schemas.openxmlformats.org/officeDocument/2006/relationships" id="257" r:id="R3b5d897de7864937"/>
    <p:sldId xmlns:r="http://schemas.openxmlformats.org/officeDocument/2006/relationships" id="258" r:id="Rab74a03050b04d51"/>
    <p:sldId xmlns:r="http://schemas.openxmlformats.org/officeDocument/2006/relationships" id="259" r:id="R1af763fa57c143b9"/>
    <p:sldId xmlns:r="http://schemas.openxmlformats.org/officeDocument/2006/relationships" id="260" r:id="Rb9dd782149314611"/>
    <p:sldId xmlns:r="http://schemas.openxmlformats.org/officeDocument/2006/relationships" id="261" r:id="R4e5e1452d9d54839"/>
    <p:sldId xmlns:r="http://schemas.openxmlformats.org/officeDocument/2006/relationships" id="262" r:id="Rcaf3b86900234a56"/>
    <p:sldId xmlns:r="http://schemas.openxmlformats.org/officeDocument/2006/relationships" id="263" r:id="Rff181846ad25427f"/>
    <p:sldId xmlns:r="http://schemas.openxmlformats.org/officeDocument/2006/relationships" id="264" r:id="Rb4c6931737414c7b"/>
    <p:sldId xmlns:r="http://schemas.openxmlformats.org/officeDocument/2006/relationships" id="265" r:id="R0357efe8a44d40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4121179e6457d" /><Relationship Type="http://schemas.openxmlformats.org/officeDocument/2006/relationships/slideMaster" Target="/ppt/slideMasters/slideMaster1.xml" Id="Rb4a09f2b69864f50" /><Relationship Type="http://schemas.openxmlformats.org/officeDocument/2006/relationships/notesMaster" Target="/ppt/notesMasters/notesMaster1.xml" Id="R32f15dea14714a0d" /><Relationship Type="http://schemas.openxmlformats.org/officeDocument/2006/relationships/presProps" Target="/ppt/presProps.xml" Id="Rce193f66834f412c" /><Relationship Type="http://schemas.openxmlformats.org/officeDocument/2006/relationships/tableStyles" Target="/ppt/tableStyles.xml" Id="Rd8acce3209e54f2f" /><Relationship Type="http://schemas.openxmlformats.org/officeDocument/2006/relationships/slide" Target="/ppt/slides/slide1.xml" Id="R75e7e3377d5f4a4c" /><Relationship Type="http://schemas.openxmlformats.org/officeDocument/2006/relationships/slide" Target="/ppt/slides/slide2.xml" Id="R3b5d897de7864937" /><Relationship Type="http://schemas.openxmlformats.org/officeDocument/2006/relationships/slide" Target="/ppt/slides/slide3.xml" Id="Rab74a03050b04d51" /><Relationship Type="http://schemas.openxmlformats.org/officeDocument/2006/relationships/slide" Target="/ppt/slides/slide4.xml" Id="R1af763fa57c143b9" /><Relationship Type="http://schemas.openxmlformats.org/officeDocument/2006/relationships/slide" Target="/ppt/slides/slide5.xml" Id="Rb9dd782149314611" /><Relationship Type="http://schemas.openxmlformats.org/officeDocument/2006/relationships/slide" Target="/ppt/slides/slide6.xml" Id="R4e5e1452d9d54839" /><Relationship Type="http://schemas.openxmlformats.org/officeDocument/2006/relationships/slide" Target="/ppt/slides/slide7.xml" Id="Rcaf3b86900234a56" /><Relationship Type="http://schemas.openxmlformats.org/officeDocument/2006/relationships/slide" Target="/ppt/slides/slide8.xml" Id="Rff181846ad25427f" /><Relationship Type="http://schemas.openxmlformats.org/officeDocument/2006/relationships/slide" Target="/ppt/slides/slide9.xml" Id="Rb4c6931737414c7b" /><Relationship Type="http://schemas.openxmlformats.org/officeDocument/2006/relationships/slide" Target="/ppt/slides/slide10.xml" Id="R0357efe8a44d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c91dcead4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d3d4b69ad46aa" /><Relationship Type="http://schemas.openxmlformats.org/officeDocument/2006/relationships/notesMaster" Target="/ppt/notesMasters/notesMaster1.xml" Id="Rae524e662ac7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616f593e1488b" /><Relationship Type="http://schemas.openxmlformats.org/officeDocument/2006/relationships/notesMaster" Target="/ppt/notesMasters/notesMaster1.xml" Id="R0ed56532089a40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4f32368864972" /><Relationship Type="http://schemas.openxmlformats.org/officeDocument/2006/relationships/notesMaster" Target="/ppt/notesMasters/notesMaster1.xml" Id="Rd72cb49a4b1b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26c9b277b4422" /><Relationship Type="http://schemas.openxmlformats.org/officeDocument/2006/relationships/notesMaster" Target="/ppt/notesMasters/notesMaster1.xml" Id="R6dfd34dbe835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a170d23d054a7f" /><Relationship Type="http://schemas.openxmlformats.org/officeDocument/2006/relationships/notesMaster" Target="/ppt/notesMasters/notesMaster1.xml" Id="Ra1b36bae05854a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5d74c8a3d41ea" /><Relationship Type="http://schemas.openxmlformats.org/officeDocument/2006/relationships/notesMaster" Target="/ppt/notesMasters/notesMaster1.xml" Id="Rc1f2fcab1f394a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e97b6e27843e4" /><Relationship Type="http://schemas.openxmlformats.org/officeDocument/2006/relationships/notesMaster" Target="/ppt/notesMasters/notesMaster1.xml" Id="Ra85712499753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b72e627c2a49a2" /><Relationship Type="http://schemas.openxmlformats.org/officeDocument/2006/relationships/notesMaster" Target="/ppt/notesMasters/notesMaster1.xml" Id="R0eb9b7fc3cdb4c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8207d2b0514c7e" /><Relationship Type="http://schemas.openxmlformats.org/officeDocument/2006/relationships/notesMaster" Target="/ppt/notesMasters/notesMaster1.xml" Id="Raab185ccfa6e41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d8e11ca0ab4876" /><Relationship Type="http://schemas.openxmlformats.org/officeDocument/2006/relationships/notesMaster" Target="/ppt/notesMasters/notesMaster1.xml" Id="R7ba86d776dc8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739c8bf2c4f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16c26181f49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c6ce92d414f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584f3c09d4d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7e19968ba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468f76283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25E41B-615D-4A58-9CB1-96F23EB0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23413D-92E0-44BA-AFE2-58973847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E46FB79-13BB-420F-BF27-008EFCF176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EA7E12-6277-4209-BBA5-597AA4BA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BE85AE-00D0-4667-852B-DA4D64A4F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16BC776-5733-4401-9A35-4F0B4DE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63496B-927A-42E9-B81A-B8C632B6D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30D1FAB-0773-4279-AD56-583194053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4C609DE-B199-4382-85B3-12D156DC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5F6966-42D4-464D-A110-F54AB2C5F2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E7E859-B45E-4EEE-902E-07030EE0E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D7B70A-8D08-4BA8-8E80-503F0ACA22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5A1873-81C9-422A-9DEB-57DA724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49FEF9-7FA8-4ED5-92E5-18474E8C2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4DDFB0-9A4F-4798-9917-CDE0CACF1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7d2ec4f744cf9" /><Relationship Type="http://schemas.openxmlformats.org/officeDocument/2006/relationships/slideLayout" Target="/ppt/slideLayouts/slideLayout1.xml" Id="R25d71e73d2544e8a" /><Relationship Type="http://schemas.openxmlformats.org/officeDocument/2006/relationships/slideLayout" Target="/ppt/slideLayouts/slideLayout2.xml" Id="R94811f28cc194157" /><Relationship Type="http://schemas.openxmlformats.org/officeDocument/2006/relationships/slideLayout" Target="/ppt/slideLayouts/slideLayout3.xml" Id="R52269f30f87e4994" /><Relationship Type="http://schemas.openxmlformats.org/officeDocument/2006/relationships/slideLayout" Target="/ppt/slideLayouts/slideLayout4.xml" Id="R58dd419c9d2d4b97" /><Relationship Type="http://schemas.openxmlformats.org/officeDocument/2006/relationships/slideLayout" Target="/ppt/slideLayouts/slideLayout5.xml" Id="R9e735e43cc1b4354" /><Relationship Type="http://schemas.openxmlformats.org/officeDocument/2006/relationships/slideLayout" Target="/ppt/slideLayouts/slideLayout6.xml" Id="R7d5c7fa10c3d45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d71e73d2544e8a"/>
    <p:sldLayoutId xmlns:r="http://schemas.openxmlformats.org/officeDocument/2006/relationships" id="2147483650" r:id="R94811f28cc194157"/>
    <p:sldLayoutId xmlns:r="http://schemas.openxmlformats.org/officeDocument/2006/relationships" id="2147483651" r:id="R52269f30f87e4994"/>
    <p:sldLayoutId xmlns:r="http://schemas.openxmlformats.org/officeDocument/2006/relationships" id="2147483652" r:id="R58dd419c9d2d4b97"/>
    <p:sldLayoutId xmlns:r="http://schemas.openxmlformats.org/officeDocument/2006/relationships" id="2147483653" r:id="R9e735e43cc1b4354"/>
    <p:sldLayoutId xmlns:r="http://schemas.openxmlformats.org/officeDocument/2006/relationships" id="2147483654" r:id="R7d5c7fa10c3d45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aa5b8bae94b6c" /><Relationship Type="http://schemas.openxmlformats.org/officeDocument/2006/relationships/image" Target="/ppt/media/image.png" Id="Rb9efa5978a6f47ec" /><Relationship Type="http://schemas.openxmlformats.org/officeDocument/2006/relationships/notesSlide" Target="/ppt/notesSlides/notesSlide1.xml" Id="R387e2c72b0ed4f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19a3e8b244fc7" /><Relationship Type="http://schemas.openxmlformats.org/officeDocument/2006/relationships/notesSlide" Target="/ppt/notesSlides/notesSlide2.xml" Id="Rb97e1117807b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1b681edb3464b" /><Relationship Type="http://schemas.openxmlformats.org/officeDocument/2006/relationships/notesSlide" Target="/ppt/notesSlides/notesSlide3.xml" Id="R30da6ea11e05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50dc9d9604be6" /><Relationship Type="http://schemas.openxmlformats.org/officeDocument/2006/relationships/notesSlide" Target="/ppt/notesSlides/notesSlide4.xml" Id="R513bc35273f5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fd94368dd4f19" /><Relationship Type="http://schemas.openxmlformats.org/officeDocument/2006/relationships/notesSlide" Target="/ppt/notesSlides/notesSlide5.xml" Id="R330e56ce70ba4e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27eb8a8074906" /><Relationship Type="http://schemas.openxmlformats.org/officeDocument/2006/relationships/notesSlide" Target="/ppt/notesSlides/notesSlide6.xml" Id="R51b19b73833042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c655b16a24436" /><Relationship Type="http://schemas.openxmlformats.org/officeDocument/2006/relationships/notesSlide" Target="/ppt/notesSlides/notesSlide7.xml" Id="R8c90cda3f67f4b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bb917529f4fa5" /><Relationship Type="http://schemas.openxmlformats.org/officeDocument/2006/relationships/notesSlide" Target="/ppt/notesSlides/notesSlide8.xml" Id="Rcafd442e720a41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585446a85464c" /><Relationship Type="http://schemas.openxmlformats.org/officeDocument/2006/relationships/notesSlide" Target="/ppt/notesSlides/notesSlide9.xml" Id="R87bd6ba7cb4344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f5be1d0994ad6" /><Relationship Type="http://schemas.openxmlformats.org/officeDocument/2006/relationships/notesSlide" Target="/ppt/notesSlides/notesSlide10.xml" Id="R282ac21a58e047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fa5978a6f47ec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AC9D-CFD4-46FF-A2B4-71767129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5B3DD-495B-4D52-B794-271AB79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Merge Sort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C2D5D-FF33-4EF1-ACDE-CA1D2898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C64C4-4C0C-4921-82D2-DBD0074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2.1.3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1EF2A-5946-45AB-A36E-CC8F04A2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674540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9020C-1F5F-4C4E-8379-AC671550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EB75-13C9-4578-B123-0FC9D132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37F5B-A236-483B-8446-47E89F2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6A39A-6C77-49A8-97FD-E441C8C5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8718D-9B5B-4791-ACBE-3C5147A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Dividir y combinar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Mezcla de dos secuencias ordenadas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Recurrencia y memoria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Casos de borde</a:t>
            </a:r>
          </a:p>
        </p:txBody>
      </p:sp>
    </p:spTree>
    <p:extLst>
      <p:ext uri="{BB962C8B-B14F-4D97-AF65-F5344CB8AC3E}">
        <p14:creationId xmlns:p14="http://schemas.microsoft.com/office/powerpoint/2010/main" val="85182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D4D98-5001-499C-BAC7-3B32CBF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67EB-5E70-47AE-847F-C12975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Intervalos y división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886CA-FB08-4516-A334-C34AAA1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D0E9B-3BE3-4D21-B980-F317162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7B1E3-828D-4CE7-8C81-1869A16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8898F-673A-4AB9-BC12-D28FCC61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intervalo [lo,hi) tiene tamaño hi−lo.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EC33C-06D1-491A-BA92-274E1780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E7168-128A-4F14-AB58-4CE10E5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 su tamaño es 0 o 1, ya está ordenado.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C6B9-A4E3-45D1-B722-5D3250E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383A-90DD-4293-85BA-503BC2A1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punto medio separa dos mitades que cubren el intervalo sin solaparse.</a:t>
            </a:r>
          </a:p>
        </p:txBody>
      </p:sp>
    </p:spTree>
    <p:extLst>
      <p:ext uri="{BB962C8B-B14F-4D97-AF65-F5344CB8AC3E}">
        <p14:creationId xmlns:p14="http://schemas.microsoft.com/office/powerpoint/2010/main" val="2054206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E7705-691F-4ECF-94F6-36C7576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AC328-B767-4916-B642-486EB69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Mezcla 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6FDBF-F80A-44C9-84C9-ACC498F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D518B-16E3-423E-95FF-BB6D7CA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B63DF-9B95-493C-8F28-9E19A8B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08AA2-BECF-4BFE-890C-4B9AEF6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mitad aporta su siguiente elemento disponible.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B4FB5-1BA0-4700-9AE2-26A3590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06957-F385-4DE8-941B-B7A4552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 toma la menor clave y se avanza solo su índice.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0827E-0A5D-418C-A9D8-5168217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1C61D-56D8-4F2F-92F2-D8BA494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empate se toma la izquierda. Al agotarse una mitad, se copia el resto.</a:t>
            </a:r>
          </a:p>
        </p:txBody>
      </p:sp>
    </p:spTree>
    <p:extLst>
      <p:ext uri="{BB962C8B-B14F-4D97-AF65-F5344CB8AC3E}">
        <p14:creationId xmlns:p14="http://schemas.microsoft.com/office/powerpoint/2010/main" val="2041783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3023C-F5EE-41BA-B790-426C9EA2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C271-7F4D-4095-B8C6-BAF5D02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Costo de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EFD88-A45E-4930-B8D8-602CA5F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C583B-7E6C-4C64-A7BB-2EB4D399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EA0F4-F722-46B1-A04C-BE721FF6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E1A42-E38A-408E-BFA8-80F6C3F8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nivel mezcla Θ(n) elementos y hay Θ(log n) niveles.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194E5-D193-459E-BC9B-66069532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06B22-175B-4A24-8F9B-8B623C45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Tiempo de esta variante: Θ(n log n).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42B08-3477-4232-801E-7E6C643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B6500-5062-4D0F-81CC-357BB5D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Buffer compartido: Θ(n). Pila de llamadas: Θ(log n).</a:t>
            </a:r>
          </a:p>
        </p:txBody>
      </p:sp>
    </p:spTree>
    <p:extLst>
      <p:ext uri="{BB962C8B-B14F-4D97-AF65-F5344CB8AC3E}">
        <p14:creationId xmlns:p14="http://schemas.microsoft.com/office/powerpoint/2010/main" val="1051607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1D14D-9083-4135-99D3-2AF3518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C8B8B-E9DD-43DB-B21D-5472D51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100B8-6A91-4EF4-8062-05CA7B1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6C36B-F519-40C2-BF90-A1A2341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Dividir [5,3,4,1]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[5,3] y [4,1]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Ordenar mitades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[3,5] y [1,4]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Mezclar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[1,3,4,5]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868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EB5E7-D890-4B64-A6AD-6D53BAB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F73D-F5AD-4B8D-944A-EB10196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DCCAC-EFB2-4701-A262-D49E810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8995-BAAE-4460-B213-05DCE99E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C05EC-3147-40A6-BC52-62C8996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void sort(int[] a) { mergeSort(a, new int[a.length], 0, a.length);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F3DC1-E39F-4F01-96FC-BBC06C9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219401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5FA77-2803-4F19-AAAC-AAC3A832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EBD83-9C6E-4270-A3DF-225601B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6EBFF-B537-4FFE-81A9-6055F69E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4E37-964A-4EEC-A085-0D430F57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E9746-D01B-49A9-B25F-BDFC1DC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mezcla estable de registros por fecha y añade un contador de comparaciones entre claves. Usa un buffer compartido. Explica el tamaño máximo simultáneo de la pila y compara con la cantidad total de llamadas.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6BD0F-2465-4986-9980-6BCE58B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evidencias/PC2.1.3.md.</a:t>
            </a:r>
          </a:p>
        </p:txBody>
      </p:sp>
    </p:spTree>
    <p:extLst>
      <p:ext uri="{BB962C8B-B14F-4D97-AF65-F5344CB8AC3E}">
        <p14:creationId xmlns:p14="http://schemas.microsoft.com/office/powerpoint/2010/main" val="1867233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F085A-6266-4EA6-9966-9692D4B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236CF-EA2C-4EBB-8122-A0585B31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4BA9F-BCA4-4B5A-B7D4-65E3DEF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4E87B-EFF2-47CD-8279-B7F13C7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[(A,2),(B,1),(C,2)]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B,A,C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[5,1,4,2,3]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[1,2,3,4,5]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358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FABC2-BB5A-47C3-B33F-C57E3E6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C7AB2-3378-408A-B11D-8D9D5D9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32CFE-83B5-4630-BD4B-6411C67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294A5-F96F-4D61-8CDE-A7E6B4E0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6EC9-0779-4579-A122-764B3923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Merge Sort divide un intervalo en dos mitades, ordena cada mitad y las combina. Trabajaremos con intervalos semiabiertos [lo,hi), cuyo tamaño es hi-lo.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arreglos vacíos y unitarios terminan directamente. Los tamaños impares producen mitades que difieren en un elemento, lo que no afecta la corrección.</a:t>
            </a:r>
          </a:p>
        </p:txBody>
      </p:sp>
    </p:spTree>
    <p:extLst>
      <p:ext uri="{BB962C8B-B14F-4D97-AF65-F5344CB8AC3E}">
        <p14:creationId xmlns:p14="http://schemas.microsoft.com/office/powerpoint/2010/main" val="1450270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2026-10-02T01:43:40.7990000Z</dcterms:created>
  <dcterms:modified xsi:type="dcterms:W3CDTF">2026-10-02T01:43:40.7990000Z</dcterms:modified>
</coreProperties>
</file>