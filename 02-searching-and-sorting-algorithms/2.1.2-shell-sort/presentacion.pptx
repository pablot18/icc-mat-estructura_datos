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83ff69aa54755" /><Relationship Type="http://schemas.openxmlformats.org/officeDocument/2006/relationships/extended-properties" Target="/docProps/app.xml" Id="R436a797427214664" /><Relationship Type="http://schemas.openxmlformats.org/officeDocument/2006/relationships/officeDocument" Target="/ppt/presentation.xml" Id="R8c83e19e651444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54cd0de984331"/>
  </p:sldMasterIdLst>
  <p:notesMasterIdLst>
    <p:notesMasterId xmlns:r="http://schemas.openxmlformats.org/officeDocument/2006/relationships" r:id="Refb2e559df304627"/>
  </p:notesMasterIdLst>
  <p:sldIdLst>
    <p:sldId xmlns:r="http://schemas.openxmlformats.org/officeDocument/2006/relationships" id="256" r:id="R20ecac5e1a314118"/>
    <p:sldId xmlns:r="http://schemas.openxmlformats.org/officeDocument/2006/relationships" id="257" r:id="Rd0b348dcad9b4eb6"/>
    <p:sldId xmlns:r="http://schemas.openxmlformats.org/officeDocument/2006/relationships" id="258" r:id="R279bfeac103348a2"/>
    <p:sldId xmlns:r="http://schemas.openxmlformats.org/officeDocument/2006/relationships" id="259" r:id="Rbf860cebad0b4849"/>
    <p:sldId xmlns:r="http://schemas.openxmlformats.org/officeDocument/2006/relationships" id="260" r:id="R3d9cbcb2ff664050"/>
    <p:sldId xmlns:r="http://schemas.openxmlformats.org/officeDocument/2006/relationships" id="261" r:id="R1e731ff534ff4551"/>
    <p:sldId xmlns:r="http://schemas.openxmlformats.org/officeDocument/2006/relationships" id="262" r:id="R866c799710b04465"/>
    <p:sldId xmlns:r="http://schemas.openxmlformats.org/officeDocument/2006/relationships" id="263" r:id="Rfc978aba9f8c450f"/>
    <p:sldId xmlns:r="http://schemas.openxmlformats.org/officeDocument/2006/relationships" id="264" r:id="Ra9a6135fa2fc40a2"/>
    <p:sldId xmlns:r="http://schemas.openxmlformats.org/officeDocument/2006/relationships" id="265" r:id="R0151d96adcc74b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92c570c1c64e60" /><Relationship Type="http://schemas.openxmlformats.org/officeDocument/2006/relationships/slideMaster" Target="/ppt/slideMasters/slideMaster1.xml" Id="R03854cd0de984331" /><Relationship Type="http://schemas.openxmlformats.org/officeDocument/2006/relationships/notesMaster" Target="/ppt/notesMasters/notesMaster1.xml" Id="Refb2e559df304627" /><Relationship Type="http://schemas.openxmlformats.org/officeDocument/2006/relationships/presProps" Target="/ppt/presProps.xml" Id="R2ec82387c3f24790" /><Relationship Type="http://schemas.openxmlformats.org/officeDocument/2006/relationships/tableStyles" Target="/ppt/tableStyles.xml" Id="Rfad7aaed3c8a4aca" /><Relationship Type="http://schemas.openxmlformats.org/officeDocument/2006/relationships/slide" Target="/ppt/slides/slide1.xml" Id="R20ecac5e1a314118" /><Relationship Type="http://schemas.openxmlformats.org/officeDocument/2006/relationships/slide" Target="/ppt/slides/slide2.xml" Id="Rd0b348dcad9b4eb6" /><Relationship Type="http://schemas.openxmlformats.org/officeDocument/2006/relationships/slide" Target="/ppt/slides/slide3.xml" Id="R279bfeac103348a2" /><Relationship Type="http://schemas.openxmlformats.org/officeDocument/2006/relationships/slide" Target="/ppt/slides/slide4.xml" Id="Rbf860cebad0b4849" /><Relationship Type="http://schemas.openxmlformats.org/officeDocument/2006/relationships/slide" Target="/ppt/slides/slide5.xml" Id="R3d9cbcb2ff664050" /><Relationship Type="http://schemas.openxmlformats.org/officeDocument/2006/relationships/slide" Target="/ppt/slides/slide6.xml" Id="R1e731ff534ff4551" /><Relationship Type="http://schemas.openxmlformats.org/officeDocument/2006/relationships/slide" Target="/ppt/slides/slide7.xml" Id="R866c799710b04465" /><Relationship Type="http://schemas.openxmlformats.org/officeDocument/2006/relationships/slide" Target="/ppt/slides/slide8.xml" Id="Rfc978aba9f8c450f" /><Relationship Type="http://schemas.openxmlformats.org/officeDocument/2006/relationships/slide" Target="/ppt/slides/slide9.xml" Id="Ra9a6135fa2fc40a2" /><Relationship Type="http://schemas.openxmlformats.org/officeDocument/2006/relationships/slide" Target="/ppt/slides/slide10.xml" Id="R0151d96adcc74b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00b1b265d3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e2d54b1612432a" /><Relationship Type="http://schemas.openxmlformats.org/officeDocument/2006/relationships/notesMaster" Target="/ppt/notesMasters/notesMaster1.xml" Id="R071afdf0e3f140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ff7296b14844c0" /><Relationship Type="http://schemas.openxmlformats.org/officeDocument/2006/relationships/notesMaster" Target="/ppt/notesMasters/notesMaster1.xml" Id="Rb2cb16ab3f0545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ac2e9cacc04e19" /><Relationship Type="http://schemas.openxmlformats.org/officeDocument/2006/relationships/notesMaster" Target="/ppt/notesMasters/notesMaster1.xml" Id="R90f240b0754344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b4e68f5eed4da4" /><Relationship Type="http://schemas.openxmlformats.org/officeDocument/2006/relationships/notesMaster" Target="/ppt/notesMasters/notesMaster1.xml" Id="Rfd5bb2e295094e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617462a10f42b4" /><Relationship Type="http://schemas.openxmlformats.org/officeDocument/2006/relationships/notesMaster" Target="/ppt/notesMasters/notesMaster1.xml" Id="R923beca0fe084f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751a5445a40c1" /><Relationship Type="http://schemas.openxmlformats.org/officeDocument/2006/relationships/notesMaster" Target="/ppt/notesMasters/notesMaster1.xml" Id="R5e7d1ed4cb1944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48bce64b854d19" /><Relationship Type="http://schemas.openxmlformats.org/officeDocument/2006/relationships/notesMaster" Target="/ppt/notesMasters/notesMaster1.xml" Id="Re16a946b84f744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8917f274214882" /><Relationship Type="http://schemas.openxmlformats.org/officeDocument/2006/relationships/notesMaster" Target="/ppt/notesMasters/notesMaster1.xml" Id="R6e2de5fcb33a4f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46401a974c4193" /><Relationship Type="http://schemas.openxmlformats.org/officeDocument/2006/relationships/notesMaster" Target="/ppt/notesMasters/notesMaster1.xml" Id="Re9f4e02d9a4240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dec1d7ea3c498a" /><Relationship Type="http://schemas.openxmlformats.org/officeDocument/2006/relationships/notesMaster" Target="/ppt/notesMasters/notesMaster1.xml" Id="Rd56151a21a12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6e796c7c74b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866dabeae45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a8ebccd7242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6b132650e49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0cae33f464b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f939387f940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B2B1397-C5DC-4A25-A755-37476398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707CE9-A3FF-479B-9334-8A775FE09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2B81ED9-CFFA-476E-9F08-3F36A147F2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3428FDD-145F-4F80-AC1D-03BF010E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C3BC63-2C6B-46DB-AD8C-629666476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49D2000-2B2B-4D75-866E-A1126D83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F7CB5F-5FC8-4ADC-8299-2C059C7527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365A2CD-B10F-4357-9857-9D1D3D264A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CD74744-83C4-454D-931A-A184CBB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9471DE7-0483-4632-952B-AD8A69F92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8106F7-B791-48D5-A726-58DC1A1F1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693ECD-7B07-4911-8174-50C7CC5849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63A23C-BE44-4826-BE80-FA7DFD1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827E91-523A-4EFB-9EB7-44A6989071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29D49E-5036-4DF7-BBEB-527DFAF03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84a2b5495645d1" /><Relationship Type="http://schemas.openxmlformats.org/officeDocument/2006/relationships/slideLayout" Target="/ppt/slideLayouts/slideLayout1.xml" Id="R8a1a276e4c3e4b65" /><Relationship Type="http://schemas.openxmlformats.org/officeDocument/2006/relationships/slideLayout" Target="/ppt/slideLayouts/slideLayout2.xml" Id="Raa999fdf410d45d6" /><Relationship Type="http://schemas.openxmlformats.org/officeDocument/2006/relationships/slideLayout" Target="/ppt/slideLayouts/slideLayout3.xml" Id="R2609fbf75a264ad5" /><Relationship Type="http://schemas.openxmlformats.org/officeDocument/2006/relationships/slideLayout" Target="/ppt/slideLayouts/slideLayout4.xml" Id="R2c7fb034e0c24d25" /><Relationship Type="http://schemas.openxmlformats.org/officeDocument/2006/relationships/slideLayout" Target="/ppt/slideLayouts/slideLayout5.xml" Id="R77173f9d4cfe48a2" /><Relationship Type="http://schemas.openxmlformats.org/officeDocument/2006/relationships/slideLayout" Target="/ppt/slideLayouts/slideLayout6.xml" Id="R2ce8dc74accb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1a276e4c3e4b65"/>
    <p:sldLayoutId xmlns:r="http://schemas.openxmlformats.org/officeDocument/2006/relationships" id="2147483650" r:id="Raa999fdf410d45d6"/>
    <p:sldLayoutId xmlns:r="http://schemas.openxmlformats.org/officeDocument/2006/relationships" id="2147483651" r:id="R2609fbf75a264ad5"/>
    <p:sldLayoutId xmlns:r="http://schemas.openxmlformats.org/officeDocument/2006/relationships" id="2147483652" r:id="R2c7fb034e0c24d25"/>
    <p:sldLayoutId xmlns:r="http://schemas.openxmlformats.org/officeDocument/2006/relationships" id="2147483653" r:id="R77173f9d4cfe48a2"/>
    <p:sldLayoutId xmlns:r="http://schemas.openxmlformats.org/officeDocument/2006/relationships" id="2147483654" r:id="R2ce8dc74accb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e5635ba814d56" /><Relationship Type="http://schemas.openxmlformats.org/officeDocument/2006/relationships/image" Target="/ppt/media/image.png" Id="Rf330889017ed48a3" /><Relationship Type="http://schemas.openxmlformats.org/officeDocument/2006/relationships/notesSlide" Target="/ppt/notesSlides/notesSlide1.xml" Id="Re0ec9aedd0bb4f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e7a2e5cf8418e" /><Relationship Type="http://schemas.openxmlformats.org/officeDocument/2006/relationships/notesSlide" Target="/ppt/notesSlides/notesSlide2.xml" Id="R008499fe93014f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14383aa7247dd" /><Relationship Type="http://schemas.openxmlformats.org/officeDocument/2006/relationships/notesSlide" Target="/ppt/notesSlides/notesSlide3.xml" Id="R8ee3fb0ceba443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1333b2764849bd" /><Relationship Type="http://schemas.openxmlformats.org/officeDocument/2006/relationships/notesSlide" Target="/ppt/notesSlides/notesSlide4.xml" Id="Reed23e23b12749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f22284fdd48dd" /><Relationship Type="http://schemas.openxmlformats.org/officeDocument/2006/relationships/notesSlide" Target="/ppt/notesSlides/notesSlide5.xml" Id="R9c75e61b7ad34d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4034d23604b45" /><Relationship Type="http://schemas.openxmlformats.org/officeDocument/2006/relationships/notesSlide" Target="/ppt/notesSlides/notesSlide6.xml" Id="R6702a2ebe8c04c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9366f1dfe492f" /><Relationship Type="http://schemas.openxmlformats.org/officeDocument/2006/relationships/notesSlide" Target="/ppt/notesSlides/notesSlide7.xml" Id="Ra38c393e9b444a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de79b5e114e5d" /><Relationship Type="http://schemas.openxmlformats.org/officeDocument/2006/relationships/notesSlide" Target="/ppt/notesSlides/notesSlide8.xml" Id="R34ff047c87c24d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44bb019604122" /><Relationship Type="http://schemas.openxmlformats.org/officeDocument/2006/relationships/notesSlide" Target="/ppt/notesSlides/notesSlide9.xml" Id="R62ac2b23aea249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c58fda9444753" /><Relationship Type="http://schemas.openxmlformats.org/officeDocument/2006/relationships/notesSlide" Target="/ppt/notesSlides/notesSlide10.xml" Id="Rad2fc421c9d84a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0889017ed48a3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4FF04-FC09-4506-A2BC-5E832B8B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19BAC-F062-41E4-BBDD-E0DCAE3B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Ordenamiento Shell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10C1C-7755-47BF-838E-9E5AD2FA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F2379-0CF8-4630-854A-885E6824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2.1.2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59315-4162-4533-B3ED-B24370DE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515681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BC05F-AF04-4216-9768-515FF62C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19FB9-7EBD-4908-9191-5EB24F8C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E1402-39B6-4014-BEBE-C06896CD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4DA4F-6174-43DF-B6DA-886BC8C6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6C1E7-8AB7-4A00-907D-8EF08C9F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Inserción con saltos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Secuencia y terminación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Costo y estabilidad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Traza y límites de índices</a:t>
            </a:r>
          </a:p>
        </p:txBody>
      </p:sp>
    </p:spTree>
    <p:extLst>
      <p:ext uri="{BB962C8B-B14F-4D97-AF65-F5344CB8AC3E}">
        <p14:creationId xmlns:p14="http://schemas.microsoft.com/office/powerpoint/2010/main" val="1689667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0EB7A-025C-4926-A0E9-7AD9AA34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6058C-00FC-4B51-BA18-1E0F8636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Inserción por saltos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500B7-230A-4823-A4B0-B5EF1F4B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6D71F-7C69-4E6C-A80E-59B7D7FB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24CC1-579C-4153-8409-56374C8D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BA584-027D-4346-A1AB-C723DE13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Para un salto h, se ordenan subsecuencias separadas por h posiciones.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F2020-9DEA-4044-ABA1-32D78FE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9C3B8-5AE0-4ADA-8AE2-D8B80FF3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variante del curso usa h=⌊n/2⌋ y reduce a la mitad.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1EA16-0625-4174-A3ED-5083E720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041EF-647E-4DF2-9D11-3AD2B2F5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Para n=8, los saltos son 4, 2 y 1.</a:t>
            </a:r>
          </a:p>
        </p:txBody>
      </p:sp>
    </p:spTree>
    <p:extLst>
      <p:ext uri="{BB962C8B-B14F-4D97-AF65-F5344CB8AC3E}">
        <p14:creationId xmlns:p14="http://schemas.microsoft.com/office/powerpoint/2010/main" val="337355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DB842-13D8-4F35-884A-EB30263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4AD96-A849-4516-AA09-7C2F0F7E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Invariante de cada pasada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273B6-C80F-4B28-AD18-B637824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3F399-6A33-445F-BC38-552EA9FC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CA5BC-407F-46F2-8EF6-DD54200A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96073-DD2F-4376-B683-68AEFF67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Al terminar una pasada, a[i−h] ≤ a[i] para todo índice válido.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BFA75-9817-47DE-AF0C-6C02E546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7D093-683C-423C-B81A-0E07B0EC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h-ordenado no significa totalmente ordenado.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78BEA-CB3E-4E3B-A9B0-66AE97F5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03660-E3CF-4E3B-B321-9AD6D26D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pasada h=1 garantiza el orden final.</a:t>
            </a:r>
          </a:p>
        </p:txBody>
      </p:sp>
    </p:spTree>
    <p:extLst>
      <p:ext uri="{BB962C8B-B14F-4D97-AF65-F5344CB8AC3E}">
        <p14:creationId xmlns:p14="http://schemas.microsoft.com/office/powerpoint/2010/main" val="238652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F17D9-F508-42FF-A870-5F0B1D4B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8A926-764A-49BD-A037-BB551078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Costo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B9DB3-468F-4E7D-AD62-4B31A713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BD8BF-B948-4A19-A30C-3CDFF24D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DBBB4-BF9D-4BB1-9DD7-DB538287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4F930-4FC7-4A10-8B42-58140662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secuencia de saltos determina el análisis temporal.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10A7D-2E26-4C20-8CE8-99136F66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531E9-71F6-42A4-9BB1-A4B517D1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 mitades, el peor caso es Θ(n²) y la memoria auxiliar Θ(1).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E8DEF-38A5-4B89-BADF-06DEE669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C5393-33A2-49C1-B22C-CE5EA9C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variante es inestable. Verifica j≥h antes de leer a[j−h].</a:t>
            </a:r>
          </a:p>
        </p:txBody>
      </p:sp>
    </p:spTree>
    <p:extLst>
      <p:ext uri="{BB962C8B-B14F-4D97-AF65-F5344CB8AC3E}">
        <p14:creationId xmlns:p14="http://schemas.microsoft.com/office/powerpoint/2010/main" val="688708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17022-E807-4C65-9869-91AB0AED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FE3AD-1026-46B8-B527-2E225C6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E50F9-1BFD-46FB-B6D6-DDED967C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F1F8D-EAB7-4BCE-A196-7674153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Salto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después de completar la pasada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[30,40,26,7,-3,32,34,10]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[-3,32,26,7,30,40,34,10]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[-3,7,26,10,30,32,34,40]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[-3,7,10,26,30,32,34,40]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049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C11BE-B77C-48E7-9F9F-D1CC7425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9E517-1B02-465C-A3CB-EFC25E13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7EE34-C029-4DFC-8CD0-339AD9C4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2E01-29BA-4D88-97F9-909717DB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93DE4-B3AF-4432-86D9-6614C364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static void sort(int[] a)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(int h = a.length / 2; h &gt; 0; h /= 2)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for (int i = h; i &lt; a.length; i++)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    int key = a[i], j = i;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    while (j &gt;= h &amp;&amp; a[j-h] &gt; key) { a[j] = a[j-h]; j -= h;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    a[j] = key;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FB4AD-0700-42B2-83A1-1956AE3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724785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62D41-9F3C-482F-A606-986805BB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7239C-6C23-41FB-BBFF-093BD4F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2A96D-DA2F-413D-A2D3-82479143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CAD34-20E5-42F2-B413-A0994658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11FA4-CD8B-4C60-945D-32F7698E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Implementa Shell con dos secuencias: mitades y Knuth 1,4,13,… utilizada en orden descendente. Registra desplazamientos por salto, verifica el invariante h-ordenado y compara entradas idénticas.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381BA-B504-457A-96DA-221F92E5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evidencias/PC2.1.2.md.</a:t>
            </a:r>
          </a:p>
        </p:txBody>
      </p:sp>
    </p:spTree>
    <p:extLst>
      <p:ext uri="{BB962C8B-B14F-4D97-AF65-F5344CB8AC3E}">
        <p14:creationId xmlns:p14="http://schemas.microsoft.com/office/powerpoint/2010/main" val="6892559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0200A-8659-47C5-8C96-509F6143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1261F-5CF8-4D13-9DF0-E7ADA386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866A8-92FC-4F70-8010-F87C59DE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BF70A-DCA3-43D8-A73E-FB7F4988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[9,1,8,2]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[1,2,8,9]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[2,2,1]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pasadas ni errores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129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C48AA-0D09-4796-947C-45060C1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9FC6E-ED75-43EA-93F3-CA0C9A72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71ED9-79F1-4FE2-97AA-27BF98E5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433C1-EF66-4017-A6F1-4E09CF9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5D8C3-F21B-4A7B-8F35-A71BD110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Shell ordena subsecuencias cuyos índices difieren en un salto h. Con h=4, los índices 0,4,8 pertenecen a una subsecuencia y 1,5,9 a otra.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Antes de desplazar a[j-h], verifica j≥h. Guarda el valor a insertar antes de empezar para no perderlo.</a:t>
            </a:r>
          </a:p>
        </p:txBody>
      </p:sp>
    </p:spTree>
    <p:extLst>
      <p:ext uri="{BB962C8B-B14F-4D97-AF65-F5344CB8AC3E}">
        <p14:creationId xmlns:p14="http://schemas.microsoft.com/office/powerpoint/2010/main" val="2059409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2026-10-02T01:43:35.4750000Z</dcterms:created>
  <dcterms:modified xsi:type="dcterms:W3CDTF">2026-10-02T01:43:35.4760000Z</dcterms:modified>
</coreProperties>
</file>