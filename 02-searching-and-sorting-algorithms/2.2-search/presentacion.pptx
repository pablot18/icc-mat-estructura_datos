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ac8339b6324b1c" /><Relationship Type="http://schemas.openxmlformats.org/officeDocument/2006/relationships/extended-properties" Target="/docProps/app.xml" Id="R9f5732f894564201" /><Relationship Type="http://schemas.openxmlformats.org/officeDocument/2006/relationships/officeDocument" Target="/ppt/presentation.xml" Id="Rf2941373618244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5724a6be854924"/>
  </p:sldMasterIdLst>
  <p:notesMasterIdLst>
    <p:notesMasterId xmlns:r="http://schemas.openxmlformats.org/officeDocument/2006/relationships" r:id="R3486637a199a4428"/>
  </p:notesMasterIdLst>
  <p:sldIdLst>
    <p:sldId xmlns:r="http://schemas.openxmlformats.org/officeDocument/2006/relationships" id="256" r:id="R93b3ba965cd242f8"/>
    <p:sldId xmlns:r="http://schemas.openxmlformats.org/officeDocument/2006/relationships" id="257" r:id="Rc9a0aaf4986c4279"/>
    <p:sldId xmlns:r="http://schemas.openxmlformats.org/officeDocument/2006/relationships" id="258" r:id="Rdf5a9fe1e0f6453c"/>
    <p:sldId xmlns:r="http://schemas.openxmlformats.org/officeDocument/2006/relationships" id="259" r:id="R3f55c8ff6cf14c02"/>
    <p:sldId xmlns:r="http://schemas.openxmlformats.org/officeDocument/2006/relationships" id="260" r:id="R01aa592f3a4a4ba1"/>
    <p:sldId xmlns:r="http://schemas.openxmlformats.org/officeDocument/2006/relationships" id="261" r:id="R65fff81b0b6d4371"/>
    <p:sldId xmlns:r="http://schemas.openxmlformats.org/officeDocument/2006/relationships" id="262" r:id="R6750ee57d76d4d42"/>
    <p:sldId xmlns:r="http://schemas.openxmlformats.org/officeDocument/2006/relationships" id="263" r:id="Rbaec32e8a1af4cb9"/>
    <p:sldId xmlns:r="http://schemas.openxmlformats.org/officeDocument/2006/relationships" id="264" r:id="Rda04bda84a2a46ad"/>
    <p:sldId xmlns:r="http://schemas.openxmlformats.org/officeDocument/2006/relationships" id="265" r:id="Re26f41ce866a47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5cca03896d4736" /><Relationship Type="http://schemas.openxmlformats.org/officeDocument/2006/relationships/slideMaster" Target="/ppt/slideMasters/slideMaster1.xml" Id="Rf45724a6be854924" /><Relationship Type="http://schemas.openxmlformats.org/officeDocument/2006/relationships/notesMaster" Target="/ppt/notesMasters/notesMaster1.xml" Id="R3486637a199a4428" /><Relationship Type="http://schemas.openxmlformats.org/officeDocument/2006/relationships/presProps" Target="/ppt/presProps.xml" Id="Rffaa4ce832a84235" /><Relationship Type="http://schemas.openxmlformats.org/officeDocument/2006/relationships/tableStyles" Target="/ppt/tableStyles.xml" Id="Rfd60e04ea009420f" /><Relationship Type="http://schemas.openxmlformats.org/officeDocument/2006/relationships/slide" Target="/ppt/slides/slide1.xml" Id="R93b3ba965cd242f8" /><Relationship Type="http://schemas.openxmlformats.org/officeDocument/2006/relationships/slide" Target="/ppt/slides/slide2.xml" Id="Rc9a0aaf4986c4279" /><Relationship Type="http://schemas.openxmlformats.org/officeDocument/2006/relationships/slide" Target="/ppt/slides/slide3.xml" Id="Rdf5a9fe1e0f6453c" /><Relationship Type="http://schemas.openxmlformats.org/officeDocument/2006/relationships/slide" Target="/ppt/slides/slide4.xml" Id="R3f55c8ff6cf14c02" /><Relationship Type="http://schemas.openxmlformats.org/officeDocument/2006/relationships/slide" Target="/ppt/slides/slide5.xml" Id="R01aa592f3a4a4ba1" /><Relationship Type="http://schemas.openxmlformats.org/officeDocument/2006/relationships/slide" Target="/ppt/slides/slide6.xml" Id="R65fff81b0b6d4371" /><Relationship Type="http://schemas.openxmlformats.org/officeDocument/2006/relationships/slide" Target="/ppt/slides/slide7.xml" Id="R6750ee57d76d4d42" /><Relationship Type="http://schemas.openxmlformats.org/officeDocument/2006/relationships/slide" Target="/ppt/slides/slide8.xml" Id="Rbaec32e8a1af4cb9" /><Relationship Type="http://schemas.openxmlformats.org/officeDocument/2006/relationships/slide" Target="/ppt/slides/slide9.xml" Id="Rda04bda84a2a46ad" /><Relationship Type="http://schemas.openxmlformats.org/officeDocument/2006/relationships/slide" Target="/ppt/slides/slide10.xml" Id="Re26f41ce866a47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a10db675db4f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f6ecc6b84e4cb4" /><Relationship Type="http://schemas.openxmlformats.org/officeDocument/2006/relationships/notesMaster" Target="/ppt/notesMasters/notesMaster1.xml" Id="R4d923e45bf0d4a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f0e38c07054b78" /><Relationship Type="http://schemas.openxmlformats.org/officeDocument/2006/relationships/notesMaster" Target="/ppt/notesMasters/notesMaster1.xml" Id="Rb24ca9b6621349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5bf3fb65544847" /><Relationship Type="http://schemas.openxmlformats.org/officeDocument/2006/relationships/notesMaster" Target="/ppt/notesMasters/notesMaster1.xml" Id="Re7b0e14fc6ad47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f31c408b64f41" /><Relationship Type="http://schemas.openxmlformats.org/officeDocument/2006/relationships/notesMaster" Target="/ppt/notesMasters/notesMaster1.xml" Id="R429de54c217247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cb359e883940b8" /><Relationship Type="http://schemas.openxmlformats.org/officeDocument/2006/relationships/notesMaster" Target="/ppt/notesMasters/notesMaster1.xml" Id="R655160a1312e40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c203136bfa45ab" /><Relationship Type="http://schemas.openxmlformats.org/officeDocument/2006/relationships/notesMaster" Target="/ppt/notesMasters/notesMaster1.xml" Id="R7beba3279a154e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261d0918f14340" /><Relationship Type="http://schemas.openxmlformats.org/officeDocument/2006/relationships/notesMaster" Target="/ppt/notesMasters/notesMaster1.xml" Id="R666c0978870b46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11309633654863" /><Relationship Type="http://schemas.openxmlformats.org/officeDocument/2006/relationships/notesMaster" Target="/ppt/notesMasters/notesMaster1.xml" Id="R3e80d30f26e44e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321fa13c7c44dd" /><Relationship Type="http://schemas.openxmlformats.org/officeDocument/2006/relationships/notesMaster" Target="/ppt/notesMasters/notesMaster1.xml" Id="Rfff83d3494364c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bd2856eff84275" /><Relationship Type="http://schemas.openxmlformats.org/officeDocument/2006/relationships/notesMaster" Target="/ppt/notesMasters/notesMaster1.xml" Id="Rf3b06257e58f45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bb567904747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9e6b157d6244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cb8c5d1774b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88a3bff7c4d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113d54ffec46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e8e298a8548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9F22227-FF6B-4298-BEC4-DBFB5755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0DF9C3-AE35-4699-8777-209931051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93093D0-3F0C-4F83-BD1B-F08EB66503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1022AC4-B071-48AA-B931-EEEC59F3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471DAD-3A61-4506-A2EA-E4A28D269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811F44A-8BA2-4CF0-BDD3-B4AB2F90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224267-EB03-492D-8351-576578AF5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0BC1E0B-0B3F-4F45-A7BC-DA0BA5ED38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3C90D86-C5E8-496C-8358-8CEAA698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7F834D-5CA4-4F77-907A-0ACE2E355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1A03FF-5C73-4998-B9F7-D791D43920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27430B-0690-4B48-9507-8AC16CC783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2FC1EB2-DEAB-466C-9377-E15EDED8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E65AEA-024B-48ED-8714-968DE8992E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8E4A1D-B62A-483B-860E-53B9D575C6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c0396a96f44352" /><Relationship Type="http://schemas.openxmlformats.org/officeDocument/2006/relationships/slideLayout" Target="/ppt/slideLayouts/slideLayout1.xml" Id="R1415ac7a440845e4" /><Relationship Type="http://schemas.openxmlformats.org/officeDocument/2006/relationships/slideLayout" Target="/ppt/slideLayouts/slideLayout2.xml" Id="R3eaa70185d1848c4" /><Relationship Type="http://schemas.openxmlformats.org/officeDocument/2006/relationships/slideLayout" Target="/ppt/slideLayouts/slideLayout3.xml" Id="R23c0ac716d554264" /><Relationship Type="http://schemas.openxmlformats.org/officeDocument/2006/relationships/slideLayout" Target="/ppt/slideLayouts/slideLayout4.xml" Id="Radfc053b6f6245aa" /><Relationship Type="http://schemas.openxmlformats.org/officeDocument/2006/relationships/slideLayout" Target="/ppt/slideLayouts/slideLayout5.xml" Id="R7ec15c349f3f4b6c" /><Relationship Type="http://schemas.openxmlformats.org/officeDocument/2006/relationships/slideLayout" Target="/ppt/slideLayouts/slideLayout6.xml" Id="R62bf89533a1f49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15ac7a440845e4"/>
    <p:sldLayoutId xmlns:r="http://schemas.openxmlformats.org/officeDocument/2006/relationships" id="2147483650" r:id="R3eaa70185d1848c4"/>
    <p:sldLayoutId xmlns:r="http://schemas.openxmlformats.org/officeDocument/2006/relationships" id="2147483651" r:id="R23c0ac716d554264"/>
    <p:sldLayoutId xmlns:r="http://schemas.openxmlformats.org/officeDocument/2006/relationships" id="2147483652" r:id="Radfc053b6f6245aa"/>
    <p:sldLayoutId xmlns:r="http://schemas.openxmlformats.org/officeDocument/2006/relationships" id="2147483653" r:id="R7ec15c349f3f4b6c"/>
    <p:sldLayoutId xmlns:r="http://schemas.openxmlformats.org/officeDocument/2006/relationships" id="2147483654" r:id="R62bf89533a1f49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3c8f8281c4e5a" /><Relationship Type="http://schemas.openxmlformats.org/officeDocument/2006/relationships/image" Target="/ppt/media/image.png" Id="R47b342c8174b42e1" /><Relationship Type="http://schemas.openxmlformats.org/officeDocument/2006/relationships/notesSlide" Target="/ppt/notesSlides/notesSlide1.xml" Id="R90a84659808d4a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a8e6925c24a13" /><Relationship Type="http://schemas.openxmlformats.org/officeDocument/2006/relationships/notesSlide" Target="/ppt/notesSlides/notesSlide2.xml" Id="R3edc4c54f0b84b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dbbb1fa364885" /><Relationship Type="http://schemas.openxmlformats.org/officeDocument/2006/relationships/notesSlide" Target="/ppt/notesSlides/notesSlide3.xml" Id="Reb1a7a368cf941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e15a162d94d80" /><Relationship Type="http://schemas.openxmlformats.org/officeDocument/2006/relationships/notesSlide" Target="/ppt/notesSlides/notesSlide4.xml" Id="Rce68f8577d3449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0bc0f92b541b8" /><Relationship Type="http://schemas.openxmlformats.org/officeDocument/2006/relationships/notesSlide" Target="/ppt/notesSlides/notesSlide5.xml" Id="R2fabb85e012941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3cd3828124b2b" /><Relationship Type="http://schemas.openxmlformats.org/officeDocument/2006/relationships/notesSlide" Target="/ppt/notesSlides/notesSlide6.xml" Id="R77006a1295c94c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f430edf7a44c17" /><Relationship Type="http://schemas.openxmlformats.org/officeDocument/2006/relationships/notesSlide" Target="/ppt/notesSlides/notesSlide7.xml" Id="Re00fa47368bc47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309ba73c054bb5" /><Relationship Type="http://schemas.openxmlformats.org/officeDocument/2006/relationships/notesSlide" Target="/ppt/notesSlides/notesSlide8.xml" Id="R651388e091ad45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52bb71a544758" /><Relationship Type="http://schemas.openxmlformats.org/officeDocument/2006/relationships/notesSlide" Target="/ppt/notesSlides/notesSlide9.xml" Id="R97df2cb5481846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ffc21b2144d7b" /><Relationship Type="http://schemas.openxmlformats.org/officeDocument/2006/relationships/notesSlide" Target="/ppt/notesSlides/notesSlide10.xml" Id="R1ca3eced8fe147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342c8174b42e1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E9EE2-2BC7-4378-A248-2767AF32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DB8FF-AA0A-4D82-8FDB-B4EA6687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Búsqueda secuencial y binaria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BCE3B-51DB-4F50-819F-940C585D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D64D6-0DD5-48FD-ADB7-C9482DC8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2 · 2.2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F4663-3C3D-4275-B601-B4852DE3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6593498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3B411-B4D8-432F-8B15-B391E5EB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13CE3-BC01-4399-A4AC-2DF1B2B6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B61AC-4957-4BC5-88EF-B808A6D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52975-DC75-49CD-80A2-BE873FF5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C7B5E-888C-4BDD-9445-92747E07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Contrato de búsqueda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Recorrido secuencial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Intervalo binario e invariante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Costo y precondición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5. Preparación frente a consultas</a:t>
            </a:r>
          </a:p>
        </p:txBody>
      </p:sp>
    </p:spTree>
    <p:extLst>
      <p:ext uri="{BB962C8B-B14F-4D97-AF65-F5344CB8AC3E}">
        <p14:creationId xmlns:p14="http://schemas.microsoft.com/office/powerpoint/2010/main" val="2053462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82608-8009-40CD-9419-BAB7C7AC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BAC29-C99C-4BE3-A3AF-BF524EC4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Contrato y secuencial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DCD6A-D684-453E-9793-E1B2235B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97122-1CA1-4C3C-8DA1-633C27CF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FE878-194E-4A1A-8CBD-3FF1612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C772F-E3D9-46DF-A281-D20D47E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Devuelve la primera posición de la clave o −1.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4184F-EB00-446A-861C-D7338B96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7BA39-51AF-494A-BD10-23AF1BFC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búsqueda secuencial no exige orden.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C28DE-CCF9-4DE2-8C33-B5E9B28A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E7526-D9AD-42D1-A64C-614B8E43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Mejor caso: una comparación. Peor caso: n comparaciones.</a:t>
            </a:r>
          </a:p>
        </p:txBody>
      </p:sp>
    </p:spTree>
    <p:extLst>
      <p:ext uri="{BB962C8B-B14F-4D97-AF65-F5344CB8AC3E}">
        <p14:creationId xmlns:p14="http://schemas.microsoft.com/office/powerpoint/2010/main" val="105994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DBAA6-EEF9-4885-93C5-756CDF7E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B4141-D8F6-4874-A4B9-F73B3790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Primera coincidencia binaria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0B3D6-E079-4FF8-A4D3-64743AE2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909AC-152B-4029-91FC-F7E67292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C56F2-6C9B-4262-A46A-1894F6D1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F884F-7A8A-4B7E-8C39-DCCE80B5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entrada debe estar ordenada con el mismo criterio.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3D2B1-831E-4F10-B782-8E9C6406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72AFB-1AEA-4ECC-9F38-58593E4E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 [lo,hi), si a[mid]&lt;clave se mueve lo; en otro caso se mueve hi.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81F6F-40C0-4291-A69E-5D618486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82C02-A8BA-4BEF-ABEF-44C8CAB8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Al terminar, se comprueba igualdad en lo. Los repetidos conservan la primera posición.</a:t>
            </a:r>
          </a:p>
        </p:txBody>
      </p:sp>
    </p:spTree>
    <p:extLst>
      <p:ext uri="{BB962C8B-B14F-4D97-AF65-F5344CB8AC3E}">
        <p14:creationId xmlns:p14="http://schemas.microsoft.com/office/powerpoint/2010/main" val="242569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1E58C-9842-4D5A-9904-CD836E5A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BDCEA-A88C-4CF2-BDDC-18780F97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Preparación y consultas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329EF-75D2-4B4A-961A-DA8FE0DF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04D4D-54CE-42AE-BB84-81D254D6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A1DAC-FBDA-4C4E-97DA-24B911C4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B92F9-97D6-44DB-ABA0-18382BD0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Búsqueda binaria: O(log n) sobre acceso indexado constante.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E02C5-A1F7-4EAF-8081-B92CCB18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38678-377E-45A0-94DC-60FD64F1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Validar orden mediante recorrido cuesta Θ(n).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ADFA6-FF62-4D33-A4DA-C96C30FB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F19D8-8972-4C4F-B8E3-45503B75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Ordenar antes de una sola consulta puede costar más que buscar secuencialmente.</a:t>
            </a:r>
          </a:p>
        </p:txBody>
      </p:sp>
    </p:spTree>
    <p:extLst>
      <p:ext uri="{BB962C8B-B14F-4D97-AF65-F5344CB8AC3E}">
        <p14:creationId xmlns:p14="http://schemas.microsoft.com/office/powerpoint/2010/main" val="1221230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FC02E-9C53-421A-AACA-4A8E72FE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28C7A-361E-451F-9149-1C1D1A19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B66D9-889E-4202-8928-DAB90ED1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6DDFB-284E-46E0-B610-8717B153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mid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a[mid] en [1,3,3,7,9] para clave 3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3: hi=2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3: hi=1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1: lo=1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primera coincidencia: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808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480F9-CC01-4E0A-A878-FDA30546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0FDA9-1709-47E1-803F-AC498946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DB53C-6061-4FEF-B58C-FA9DD04B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DD0AE-903D-41F0-AD7F-FC73BF0E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283AD-8FC2-4950-8C2E-DC9A52E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static int sequential(int[] a, int key)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(int i=0; i&lt;a.length; i++) if (a[i]==key) return i;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return -1;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A5277-C573-46A9-B53D-61E418FE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13451670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FE5FF-FF19-44D2-A72C-FC98B280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63E88-147B-4CC8-91F8-E8629821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69AC0-44AE-4AF6-8305-9E9FB927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D8328-9FDA-4F73-9659-56B429D2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A558A-BC64-4505-94FD-4D9371F9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una búsqueda que devuelva el intervalo semiabierto de todas las coincidencias con dos búsquedas binarias. No recorras linealmente el bloque de duplicados. Si no hay coincidencias devuelve [-1,-1].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8D5D2-B6FC-4AB2-A7CC-91F6A5B0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evidencias/PC2.2.md.</a:t>
            </a:r>
          </a:p>
        </p:txBody>
      </p:sp>
    </p:spTree>
    <p:extLst>
      <p:ext uri="{BB962C8B-B14F-4D97-AF65-F5344CB8AC3E}">
        <p14:creationId xmlns:p14="http://schemas.microsoft.com/office/powerpoint/2010/main" val="60231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ABED7-2BEB-4059-8D68-B0A756EB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464C3-3B4C-47C9-AD34-441C9D6F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8C8ED-60EA-485A-8A52-96CEB1F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F23AD-31DC-45F1-8522-864E57F0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[1,3,3,3,8], clave 3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[1,4]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[1,3], clave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[-1,-1]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[], clave 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[-1,-1]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212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06784-B095-42F3-943E-DFCBDBE7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B05F8-B2D7-4965-8FC8-81145C34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F6F3A-2B03-40A3-A2E2-53FFC01D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9C0AB-614D-4D91-9AD7-D45862A0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4E535-2C44-4355-851D-712A8DBD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búsqueda recibe una secuencia y una clave. Devuelve un índice válido o -1 si la clave no está.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Ordenar cuesta tiempo y altera la correspondencia con índices originales. Para muchas búsquedas puede compensar crear una copia ordenada con referencias a los registros.</a:t>
            </a:r>
          </a:p>
        </p:txBody>
      </p:sp>
    </p:spTree>
    <p:extLst>
      <p:ext uri="{BB962C8B-B14F-4D97-AF65-F5344CB8AC3E}">
        <p14:creationId xmlns:p14="http://schemas.microsoft.com/office/powerpoint/2010/main" val="371757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2026-10-02T01:43:51.3430000Z</dcterms:created>
  <dcterms:modified xsi:type="dcterms:W3CDTF">2026-10-02T01:43:51.3430000Z</dcterms:modified>
</coreProperties>
</file>