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fe18625ca940af" /><Relationship Type="http://schemas.openxmlformats.org/officeDocument/2006/relationships/extended-properties" Target="/docProps/app.xml" Id="Rcd63e6730a544214" /><Relationship Type="http://schemas.openxmlformats.org/officeDocument/2006/relationships/officeDocument" Target="/ppt/presentation.xml" Id="Rba31984e508240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03b0a55eb74ec0"/>
  </p:sldMasterIdLst>
  <p:notesMasterIdLst>
    <p:notesMasterId xmlns:r="http://schemas.openxmlformats.org/officeDocument/2006/relationships" r:id="R6c6c9f4c490a49e4"/>
  </p:notesMasterIdLst>
  <p:sldIdLst>
    <p:sldId xmlns:r="http://schemas.openxmlformats.org/officeDocument/2006/relationships" id="256" r:id="Rea3d0001dc00427e"/>
    <p:sldId xmlns:r="http://schemas.openxmlformats.org/officeDocument/2006/relationships" id="257" r:id="R6dfc0d3710c041f3"/>
    <p:sldId xmlns:r="http://schemas.openxmlformats.org/officeDocument/2006/relationships" id="258" r:id="R0a732d84995c457e"/>
    <p:sldId xmlns:r="http://schemas.openxmlformats.org/officeDocument/2006/relationships" id="259" r:id="Rdc7a7e7953434f08"/>
    <p:sldId xmlns:r="http://schemas.openxmlformats.org/officeDocument/2006/relationships" id="260" r:id="Rb74aa75a205f48ef"/>
    <p:sldId xmlns:r="http://schemas.openxmlformats.org/officeDocument/2006/relationships" id="261" r:id="Re722c56d2dd44eec"/>
    <p:sldId xmlns:r="http://schemas.openxmlformats.org/officeDocument/2006/relationships" id="262" r:id="Rc994f2cdd50d4b5b"/>
    <p:sldId xmlns:r="http://schemas.openxmlformats.org/officeDocument/2006/relationships" id="263" r:id="R45d518d6ae864c2a"/>
    <p:sldId xmlns:r="http://schemas.openxmlformats.org/officeDocument/2006/relationships" id="264" r:id="R052f02d3d41543c0"/>
    <p:sldId xmlns:r="http://schemas.openxmlformats.org/officeDocument/2006/relationships" id="265" r:id="R76184ed9ab714e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7d0f6728a7407e" /><Relationship Type="http://schemas.openxmlformats.org/officeDocument/2006/relationships/slideMaster" Target="/ppt/slideMasters/slideMaster1.xml" Id="R6303b0a55eb74ec0" /><Relationship Type="http://schemas.openxmlformats.org/officeDocument/2006/relationships/notesMaster" Target="/ppt/notesMasters/notesMaster1.xml" Id="R6c6c9f4c490a49e4" /><Relationship Type="http://schemas.openxmlformats.org/officeDocument/2006/relationships/presProps" Target="/ppt/presProps.xml" Id="Rbc7e82cb648f4f51" /><Relationship Type="http://schemas.openxmlformats.org/officeDocument/2006/relationships/tableStyles" Target="/ppt/tableStyles.xml" Id="R06d2291507184f2e" /><Relationship Type="http://schemas.openxmlformats.org/officeDocument/2006/relationships/slide" Target="/ppt/slides/slide1.xml" Id="Rea3d0001dc00427e" /><Relationship Type="http://schemas.openxmlformats.org/officeDocument/2006/relationships/slide" Target="/ppt/slides/slide2.xml" Id="R6dfc0d3710c041f3" /><Relationship Type="http://schemas.openxmlformats.org/officeDocument/2006/relationships/slide" Target="/ppt/slides/slide3.xml" Id="R0a732d84995c457e" /><Relationship Type="http://schemas.openxmlformats.org/officeDocument/2006/relationships/slide" Target="/ppt/slides/slide4.xml" Id="Rdc7a7e7953434f08" /><Relationship Type="http://schemas.openxmlformats.org/officeDocument/2006/relationships/slide" Target="/ppt/slides/slide5.xml" Id="Rb74aa75a205f48ef" /><Relationship Type="http://schemas.openxmlformats.org/officeDocument/2006/relationships/slide" Target="/ppt/slides/slide6.xml" Id="Re722c56d2dd44eec" /><Relationship Type="http://schemas.openxmlformats.org/officeDocument/2006/relationships/slide" Target="/ppt/slides/slide7.xml" Id="Rc994f2cdd50d4b5b" /><Relationship Type="http://schemas.openxmlformats.org/officeDocument/2006/relationships/slide" Target="/ppt/slides/slide8.xml" Id="R45d518d6ae864c2a" /><Relationship Type="http://schemas.openxmlformats.org/officeDocument/2006/relationships/slide" Target="/ppt/slides/slide9.xml" Id="R052f02d3d41543c0" /><Relationship Type="http://schemas.openxmlformats.org/officeDocument/2006/relationships/slide" Target="/ppt/slides/slide10.xml" Id="R76184ed9ab714e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f80e6c65344e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0dc18f18244417" /><Relationship Type="http://schemas.openxmlformats.org/officeDocument/2006/relationships/notesMaster" Target="/ppt/notesMasters/notesMaster1.xml" Id="R860a91bec25043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eb378d62114b9b" /><Relationship Type="http://schemas.openxmlformats.org/officeDocument/2006/relationships/notesMaster" Target="/ppt/notesMasters/notesMaster1.xml" Id="R8154e0b48aa840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eeaf0559234633" /><Relationship Type="http://schemas.openxmlformats.org/officeDocument/2006/relationships/notesMaster" Target="/ppt/notesMasters/notesMaster1.xml" Id="R2448bcca139e4c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00f27563554c33" /><Relationship Type="http://schemas.openxmlformats.org/officeDocument/2006/relationships/notesMaster" Target="/ppt/notesMasters/notesMaster1.xml" Id="Ra612413b381b4b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5ea7c128874cc4" /><Relationship Type="http://schemas.openxmlformats.org/officeDocument/2006/relationships/notesMaster" Target="/ppt/notesMasters/notesMaster1.xml" Id="Rd3b1dfea02be4d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6c96a4c75f4ea6" /><Relationship Type="http://schemas.openxmlformats.org/officeDocument/2006/relationships/notesMaster" Target="/ppt/notesMasters/notesMaster1.xml" Id="Ra96e30abc52b45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f2832b1ba94517" /><Relationship Type="http://schemas.openxmlformats.org/officeDocument/2006/relationships/notesMaster" Target="/ppt/notesMasters/notesMaster1.xml" Id="R907c14ec61fa47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061af8db8443f5" /><Relationship Type="http://schemas.openxmlformats.org/officeDocument/2006/relationships/notesMaster" Target="/ppt/notesMasters/notesMaster1.xml" Id="R4080db0e085149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03391f797f4b5f" /><Relationship Type="http://schemas.openxmlformats.org/officeDocument/2006/relationships/notesMaster" Target="/ppt/notesMasters/notesMaster1.xml" Id="Rc857834158fe41b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7b193696fc4794" /><Relationship Type="http://schemas.openxmlformats.org/officeDocument/2006/relationships/notesMaster" Target="/ppt/notesMasters/notesMaster1.xml" Id="R38a00cb231bb4d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f9f11fd1c6459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83bfeaef3a47f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5d49a18e57490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1d272d97164c4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7feaecdf544f4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02de7bcb3848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7F0DC33-E225-42BE-9949-F63756DB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CEFED5C-99DF-4A34-9FC1-7F6E2F149D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7554B70-655E-4B5F-ACFA-F8568DB33D0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40D1AF8-BC59-495A-B873-735A6272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B9ED013-551C-469C-84E4-F157DA4AD3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8A791AC-12D9-451B-A5ED-99D21897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D4DDCA0-F6B2-4492-A730-6CB3A83F98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A3385ADC-2AF3-4D7C-9D93-B41E60F81A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1C138F8-1369-4246-ACB5-F0731A95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325242B-22B2-4C96-B6B6-05595AB1EA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53ABE7-7CE6-4D71-99D3-93F9E8B600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9F5B6FC-B785-4494-ABEF-090D3BD3596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0F26F7E-1AA0-457D-8DFF-03845CEF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82DD0EB-9345-4C81-852E-F853C87820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78E0CBB-3530-4E7D-AA37-6463F53EA9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b31425b2dc40aa" /><Relationship Type="http://schemas.openxmlformats.org/officeDocument/2006/relationships/slideLayout" Target="/ppt/slideLayouts/slideLayout1.xml" Id="Rec24409d04e8464c" /><Relationship Type="http://schemas.openxmlformats.org/officeDocument/2006/relationships/slideLayout" Target="/ppt/slideLayouts/slideLayout2.xml" Id="R65697ba57b894480" /><Relationship Type="http://schemas.openxmlformats.org/officeDocument/2006/relationships/slideLayout" Target="/ppt/slideLayouts/slideLayout3.xml" Id="R436f4682a9814265" /><Relationship Type="http://schemas.openxmlformats.org/officeDocument/2006/relationships/slideLayout" Target="/ppt/slideLayouts/slideLayout4.xml" Id="R8be3c0fa3c4949cf" /><Relationship Type="http://schemas.openxmlformats.org/officeDocument/2006/relationships/slideLayout" Target="/ppt/slideLayouts/slideLayout5.xml" Id="R1c5299af994240be" /><Relationship Type="http://schemas.openxmlformats.org/officeDocument/2006/relationships/slideLayout" Target="/ppt/slideLayouts/slideLayout6.xml" Id="R8b9e5581d4b943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24409d04e8464c"/>
    <p:sldLayoutId xmlns:r="http://schemas.openxmlformats.org/officeDocument/2006/relationships" id="2147483650" r:id="R65697ba57b894480"/>
    <p:sldLayoutId xmlns:r="http://schemas.openxmlformats.org/officeDocument/2006/relationships" id="2147483651" r:id="R436f4682a9814265"/>
    <p:sldLayoutId xmlns:r="http://schemas.openxmlformats.org/officeDocument/2006/relationships" id="2147483652" r:id="R8be3c0fa3c4949cf"/>
    <p:sldLayoutId xmlns:r="http://schemas.openxmlformats.org/officeDocument/2006/relationships" id="2147483653" r:id="R1c5299af994240be"/>
    <p:sldLayoutId xmlns:r="http://schemas.openxmlformats.org/officeDocument/2006/relationships" id="2147483654" r:id="R8b9e5581d4b943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c69715f269461f" /><Relationship Type="http://schemas.openxmlformats.org/officeDocument/2006/relationships/image" Target="/ppt/media/image.png" Id="Rc09e9b85a2bb4b5e" /><Relationship Type="http://schemas.openxmlformats.org/officeDocument/2006/relationships/notesSlide" Target="/ppt/notesSlides/notesSlide1.xml" Id="Rd8edb5af3e584e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c5542456e248f3" /><Relationship Type="http://schemas.openxmlformats.org/officeDocument/2006/relationships/notesSlide" Target="/ppt/notesSlides/notesSlide2.xml" Id="Rf4e97f67d6464b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828a0103e7433b" /><Relationship Type="http://schemas.openxmlformats.org/officeDocument/2006/relationships/notesSlide" Target="/ppt/notesSlides/notesSlide3.xml" Id="Re35ead63dc8146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674d24fa544203" /><Relationship Type="http://schemas.openxmlformats.org/officeDocument/2006/relationships/notesSlide" Target="/ppt/notesSlides/notesSlide4.xml" Id="R4b3b08a1fbf540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932f9a45a84a8d" /><Relationship Type="http://schemas.openxmlformats.org/officeDocument/2006/relationships/notesSlide" Target="/ppt/notesSlides/notesSlide5.xml" Id="R7edae64a9d4e4e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9a3183b1e54f37" /><Relationship Type="http://schemas.openxmlformats.org/officeDocument/2006/relationships/notesSlide" Target="/ppt/notesSlides/notesSlide6.xml" Id="R76547398974642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1c8c19319148be" /><Relationship Type="http://schemas.openxmlformats.org/officeDocument/2006/relationships/notesSlide" Target="/ppt/notesSlides/notesSlide7.xml" Id="R5ff2cca588ba40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12fb4837324358" /><Relationship Type="http://schemas.openxmlformats.org/officeDocument/2006/relationships/notesSlide" Target="/ppt/notesSlides/notesSlide8.xml" Id="R77a5985c66c84d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ebf19dcb9f4f6c" /><Relationship Type="http://schemas.openxmlformats.org/officeDocument/2006/relationships/notesSlide" Target="/ppt/notesSlides/notesSlide9.xml" Id="R1f857d8e16f349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6f0073a5f449a8" /><Relationship Type="http://schemas.openxmlformats.org/officeDocument/2006/relationships/notesSlide" Target="/ppt/notesSlides/notesSlide10.xml" Id="R55955152963743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9e9b85a2bb4b5e"/>
          <a:stretch xmlns:a="http://schemas.openxmlformats.org/drawingml/2006/main"/>
        </p:blipFill>
        <p:spPr>
          <a:xfrm xmlns:a="http://schemas.openxmlformats.org/drawingml/2006/main">
            <a:off x="609600" y="534507"/>
            <a:ext cx="7048500" cy="115983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3C94A9-2356-42BF-94C8-9A08C768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Estructura de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5B6AB7-45BA-4A82-BA35-BCC178D2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52775"/>
            <a:ext cx="10668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Quick Sort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2791D-AEBD-489E-884C-8B4BE20C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B88B3-E49D-48D0-8436-C03AE054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Unidad 2 · 2.1.4 · Java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F632A6-BCA8-4E6F-BAE5-0DCB51B4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19025550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E26CDC-C5E5-484C-9C43-463D6FB5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69AA4A-0805-4C4B-9D1D-7F40C028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¿Qué aprenderemos hoy?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A88F71-9C4F-406C-98D8-36722458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2.1.4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E45074-D775-4848-96D2-C275A43B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CB58F-046D-44CF-AF16-A68758EC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76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1. Partición alrededor del pivote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2. Progreso de las llamadas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3. Equilibrio y peor caso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4. Memoria y variantes</a:t>
            </a:r>
          </a:p>
        </p:txBody>
      </p:sp>
    </p:spTree>
    <p:extLst>
      <p:ext uri="{BB962C8B-B14F-4D97-AF65-F5344CB8AC3E}">
        <p14:creationId xmlns:p14="http://schemas.microsoft.com/office/powerpoint/2010/main" val="11751713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DB78E1-4CB8-4482-8C45-FAD6BC9A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5022AA-28C9-4F0C-B79C-27CB6A04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Partición Lomuto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FEB87-EFF7-4003-9524-D1BA4D8F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2.1.4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BB1FD3-08F0-4C1A-B9E3-FD4B8165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4C5A12-42CC-4C41-AC17-8262316C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CD5EE3-E594-4B76-B867-ACE3C1FE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El último elemento actúa como pivote.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78D630-6881-4826-A580-6A35B3C8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5244F5-8898-4BAF-96AA-EDAE8A40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La frontera separa las claves ≤pivote del tramo todavía por revisar.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C21D6D-8ADF-47F2-A454-69AC7B8D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A00F87-D224-441B-AB14-F45E977B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Al terminar, el pivote ocupa su posición definitiva.</a:t>
            </a:r>
          </a:p>
        </p:txBody>
      </p:sp>
    </p:spTree>
    <p:extLst>
      <p:ext uri="{BB962C8B-B14F-4D97-AF65-F5344CB8AC3E}">
        <p14:creationId xmlns:p14="http://schemas.microsoft.com/office/powerpoint/2010/main" val="9456463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9AA3C8-A441-48F2-9B7C-210597C5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208BD4-56A7-4E50-BFB2-1E78AB2E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Llamadas y terminación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1EB061-45C7-4B98-A677-8B1805FF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2.1.4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01DF9-DA26-4762-BF4C-0F894AFE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D3C3E-E5D9-4891-AACE-7E2D76E5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A655B3-026F-4B50-94A2-D7873024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Se ordenan [lo,p−1] y [p+1,hi].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A4C6F1-977E-43CE-87FB-3ACC898A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3F92A-D5A8-48B8-9CBC-17D7AECD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El pivote queda excluido de las llamadas.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7421CC-0B8F-4741-AE28-3655B3F0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D1DD2C-E999-42CB-8EF4-5DB42510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El caso base lo≥hi incluye intervalos vacíos y unitarios.</a:t>
            </a:r>
          </a:p>
        </p:txBody>
      </p:sp>
    </p:spTree>
    <p:extLst>
      <p:ext uri="{BB962C8B-B14F-4D97-AF65-F5344CB8AC3E}">
        <p14:creationId xmlns:p14="http://schemas.microsoft.com/office/powerpoint/2010/main" val="11749960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7DD8F9-C1F8-4F65-B582-C3757367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2B5275-64F8-4C79-A608-CBF63F5E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Equilibrio y memoria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2095C-F2F2-4C01-83D0-9A784FD2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2.1.4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234F7-46E3-48EB-A5FB-65C11902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09545-6F08-499B-9D87-3013E7F2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1EDC85-0B27-4086-A25D-FEF8A16E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Particiones equilibradas: Θ(n log n). Particiones extremas: Θ(n²).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8ED226-588D-41C0-BE59-64A610E4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E07F98-3AE5-440E-B959-B965A051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El pivote final puede degradarse con entradas ordenadas o repetidas.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AC624-1079-42C9-BE92-4774089E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BAC42A-6E26-4F89-9022-75960658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La pila ocupa Θ(log n) si está equilibrado y Θ(n) en el peor caso.</a:t>
            </a:r>
          </a:p>
        </p:txBody>
      </p:sp>
    </p:spTree>
    <p:extLst>
      <p:ext uri="{BB962C8B-B14F-4D97-AF65-F5344CB8AC3E}">
        <p14:creationId xmlns:p14="http://schemas.microsoft.com/office/powerpoint/2010/main" val="4316228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56D1F-FBE5-44F3-840B-B0CEC18E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F1814C-89D9-47E5-914A-F05816CC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Traza de referencia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848CE6-B713-4042-B72B-971306A9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2.1.4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824C19-9DA9-4862-AEE7-A4DE7AFE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Partición inicial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Estado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Entrada y pivote 2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[5,3,4,1,2]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Mover 1 al bloque izquierdo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[1,3,4,5,2]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Colocar pivote en p=1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[1,2,4,5,3]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Ordenar lado derecho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[1,2,3,4,5]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26446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A62841-AA5E-487C-B30D-A251D763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775E89-1E11-4E7E-8B25-06DB0CA7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Demostración en Java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96C299-D51A-48B3-94DD-DAB85D87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2.1.4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81BB2-85A0-4E8C-9739-6C7AAB90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60D932-DD2B-484C-8CC4-574214AA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57325"/>
            <a:ext cx="10668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static int partition(int[] a, int lo, int hi) {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int pivot = a[hi], i = lo;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for (int j = lo; j &lt; hi; j++)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    if (a[j] &lt;= pivot) { swap(a,i,j); i++; }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swap(a,i,hi); return i;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4A5B42-7125-4367-941F-C6ABF5DC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Fragmento de la demostración. Código completo y ejecución en el material Java.</a:t>
            </a:r>
          </a:p>
        </p:txBody>
      </p:sp>
    </p:spTree>
    <p:extLst>
      <p:ext uri="{BB962C8B-B14F-4D97-AF65-F5344CB8AC3E}">
        <p14:creationId xmlns:p14="http://schemas.microsoft.com/office/powerpoint/2010/main" val="7919462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07FDE-E1E6-46D6-B9A7-16320BF7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97496-B7AE-42D3-9084-27234E94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Práctica de clase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52E921-F63D-41A9-9DC6-8ACBD079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2.1.4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379284-DEDC-4C44-BC17-F9EAAD7A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3B8BA0-ADC2-4801-B3D2-173ABE8C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66800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Implementa una variante con selección reproducible de pivote aleatorio. Compara número de comparaciones y profundidad con pivote final para entradas ordenadas, inversas y repetidas. Limita tamaños para evitar agotar la pila.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B9C80-12E8-4E1A-883F-E8A89FBC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Evidencia: casos ejecutados, explicación de costos y commits reales.</a:t>
            </a:r>
          </a:p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Entrega: una versión. Registro en evidencias/PC2.1.4.md.</a:t>
            </a:r>
          </a:p>
        </p:txBody>
      </p:sp>
    </p:spTree>
    <p:extLst>
      <p:ext uri="{BB962C8B-B14F-4D97-AF65-F5344CB8AC3E}">
        <p14:creationId xmlns:p14="http://schemas.microsoft.com/office/powerpoint/2010/main" val="17417418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D70B32-5CF0-41EA-9C0B-D2C4F135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B8937A-9868-4BA6-99B5-30F4CED7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Casos de aceptación de la 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AC8AA2-7E0B-4ADC-96EE-CD183443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2.1.4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0A8D36-72A8-4000-96F4-309CE85A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Entrada o escenario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Resultado exigido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[1,2,3,4]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[1,2,3,4]; registrar profundidad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[2,2,2,2]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conservar los cuatro valores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[]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terminación inmediata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00734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DD2E96-DBD9-4A63-8E38-D714D45C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F3930B-C67C-4D5E-9F64-45D87D52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Lo esencial de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063DC-C674-4362-BD86-57E8843C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2.1.4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B7C95D-030C-4F6C-9AB5-27BC3548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3DE5D1-6EEE-4EAB-9E6D-7A75A999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6680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La variante Lomuto usa el último elemento como pivote y mantiene una frontera del bloque con claves ≤pivote. Recorre el intervalo y mueve cada clave admisible a ese bloque.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La partición trabaja sobre el mismo arreglo con espacio constante, pero la pila de llamadas añade memoria. La variante usual es inestable.</a:t>
            </a:r>
          </a:p>
        </p:txBody>
      </p:sp>
    </p:spTree>
    <p:extLst>
      <p:ext uri="{BB962C8B-B14F-4D97-AF65-F5344CB8AC3E}">
        <p14:creationId xmlns:p14="http://schemas.microsoft.com/office/powerpoint/2010/main" val="10579099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2026-10-02T01:43:45.9750000Z</dcterms:created>
  <dcterms:modified xsi:type="dcterms:W3CDTF">2026-10-02T01:43:45.9750000Z</dcterms:modified>
</coreProperties>
</file>